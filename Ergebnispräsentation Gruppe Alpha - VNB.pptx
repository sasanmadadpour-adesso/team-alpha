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83644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38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6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2.svg"/><Relationship Id="rId5" Type="http://schemas.openxmlformats.org/officeDocument/2006/relationships/image" Target="../media/image5.sv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9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oleObject" Target="../embeddings/oleObject4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8.svg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oleObject" Target="../embeddings/oleObject10.bin"/><Relationship Id="rId7" Type="http://schemas.openxmlformats.org/officeDocument/2006/relationships/image" Target="../media/image9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7.svg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7" Type="http://schemas.openxmlformats.org/officeDocument/2006/relationships/image" Target="../media/image11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5.svg"/><Relationship Id="rId5" Type="http://schemas.openxmlformats.org/officeDocument/2006/relationships/image" Target="../media/image12.sv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9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11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2.svg"/><Relationship Id="rId5" Type="http://schemas.openxmlformats.org/officeDocument/2006/relationships/image" Target="../media/image5.sv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14.bin"/><Relationship Id="rId7" Type="http://schemas.openxmlformats.org/officeDocument/2006/relationships/image" Target="../media/image9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5.svg"/><Relationship Id="rId5" Type="http://schemas.openxmlformats.org/officeDocument/2006/relationships/image" Target="../media/image13.pn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/Out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489F20B-BBCD-A3A7-10D0-F905F49F3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4497820" y="2637000"/>
            <a:ext cx="3196360" cy="120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884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B5D5D99-F1C8-BFD2-6A39-BBC22026C7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166434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B5D5D99-F1C8-BFD2-6A39-BBC22026C7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001" y="1269000"/>
            <a:ext cx="8280750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198"/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002" y="3213000"/>
            <a:ext cx="8280749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tx2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GB"/>
              <a:t>Subtitle of the presentation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365A73C-A722-36D8-2989-21881458F7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350" y="6381100"/>
            <a:ext cx="8280401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9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Place | Date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9480952-B8AA-375F-48D8-8A4929F55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gray">
          <a:xfrm>
            <a:off x="9945900" y="366900"/>
            <a:ext cx="1980000" cy="781224"/>
          </a:xfrm>
          <a:prstGeom prst="rect">
            <a:avLst/>
          </a:prstGeom>
        </p:spPr>
      </p:pic>
      <p:pic>
        <p:nvPicPr>
          <p:cNvPr id="5" name="Pill_small">
            <a:extLst>
              <a:ext uri="{FF2B5EF4-FFF2-40B4-BE49-F238E27FC236}">
                <a16:creationId xmlns:a16="http://schemas.microsoft.com/office/drawing/2014/main" id="{AF33988A-A889-CE3D-1F77-FE4B05D01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408000" y="6481981"/>
            <a:ext cx="216000" cy="98743"/>
          </a:xfrm>
          <a:prstGeom prst="rect">
            <a:avLst/>
          </a:prstGeom>
        </p:spPr>
      </p:pic>
      <p:sp>
        <p:nvSpPr>
          <p:cNvPr id="2" name="Arrow">
            <a:extLst>
              <a:ext uri="{FF2B5EF4-FFF2-40B4-BE49-F238E27FC236}">
                <a16:creationId xmlns:a16="http://schemas.microsoft.com/office/drawing/2014/main" id="{E6FD122C-0A1E-1C04-2CAD-B7A816385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0000" y="5445000"/>
            <a:ext cx="720000" cy="720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083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759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725F2B-7ACB-05F5-B3D7-C02685D3572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45623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725F2B-7ACB-05F5-B3D7-C02685D357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001" y="1269000"/>
            <a:ext cx="8280750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198"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002" y="3213000"/>
            <a:ext cx="8280749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/>
              <a:t>Subtitle of the presentation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365A73C-A722-36D8-2989-21881458F7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350" y="6381100"/>
            <a:ext cx="8280401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Place | Date</a:t>
            </a:r>
          </a:p>
        </p:txBody>
      </p:sp>
      <p:pic>
        <p:nvPicPr>
          <p:cNvPr id="5" name="Pill_small">
            <a:extLst>
              <a:ext uri="{FF2B5EF4-FFF2-40B4-BE49-F238E27FC236}">
                <a16:creationId xmlns:a16="http://schemas.microsoft.com/office/drawing/2014/main" id="{AF33988A-A889-CE3D-1F77-FE4B05D01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gray">
          <a:xfrm>
            <a:off x="408000" y="6481981"/>
            <a:ext cx="216000" cy="98743"/>
          </a:xfrm>
          <a:prstGeom prst="rect">
            <a:avLst/>
          </a:prstGeom>
        </p:spPr>
      </p:pic>
      <p:pic>
        <p:nvPicPr>
          <p:cNvPr id="6" name="Logo">
            <a:extLst>
              <a:ext uri="{FF2B5EF4-FFF2-40B4-BE49-F238E27FC236}">
                <a16:creationId xmlns:a16="http://schemas.microsoft.com/office/drawing/2014/main" id="{90DCB562-3B1C-F7F5-F354-6234DC8BF1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9945900" y="366900"/>
            <a:ext cx="1980000" cy="781224"/>
          </a:xfrm>
          <a:prstGeom prst="rect">
            <a:avLst/>
          </a:prstGeom>
        </p:spPr>
      </p:pic>
      <p:sp>
        <p:nvSpPr>
          <p:cNvPr id="8" name="Arrow">
            <a:extLst>
              <a:ext uri="{FF2B5EF4-FFF2-40B4-BE49-F238E27FC236}">
                <a16:creationId xmlns:a16="http://schemas.microsoft.com/office/drawing/2014/main" id="{230985C2-B223-BE1C-0204-CF27E13DA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0000" y="5445000"/>
            <a:ext cx="720000" cy="720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921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759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EEF9155-EE20-D3CA-DD92-01E0FB74BBA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28310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EF9155-EE20-D3CA-DD92-01E0FB74BB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Gradient">
            <a:extLst>
              <a:ext uri="{FF2B5EF4-FFF2-40B4-BE49-F238E27FC236}">
                <a16:creationId xmlns:a16="http://schemas.microsoft.com/office/drawing/2014/main" id="{31C9061C-135B-7D39-F3B0-52C4E55CA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001" y="1269000"/>
            <a:ext cx="8280750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198"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002" y="3213000"/>
            <a:ext cx="8280749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/>
              <a:t>Subtitle of the presentation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5201A347-F79F-92F1-94F1-D7D4F7C345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350" y="6381100"/>
            <a:ext cx="8280401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Place | Date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9480952-B8AA-375F-48D8-8A4929F55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9945900" y="366900"/>
            <a:ext cx="1980000" cy="781224"/>
          </a:xfrm>
          <a:prstGeom prst="rect">
            <a:avLst/>
          </a:prstGeom>
        </p:spPr>
      </p:pic>
      <p:sp>
        <p:nvSpPr>
          <p:cNvPr id="2" name="Pill_small_TextPH">
            <a:extLst>
              <a:ext uri="{FF2B5EF4-FFF2-40B4-BE49-F238E27FC236}">
                <a16:creationId xmlns:a16="http://schemas.microsoft.com/office/drawing/2014/main" id="{ABEAE662-A103-9D7A-2778-58B4D4DDF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407988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Arrow">
            <a:extLst>
              <a:ext uri="{FF2B5EF4-FFF2-40B4-BE49-F238E27FC236}">
                <a16:creationId xmlns:a16="http://schemas.microsoft.com/office/drawing/2014/main" id="{71910733-75D9-EA24-14FA-A3C0A8A86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0000" y="5445000"/>
            <a:ext cx="720000" cy="720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2682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759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Picture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8F9CC4F-72C1-9CB1-A14F-074F35DF4C4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92572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8F9CC4F-72C1-9CB1-A14F-074F35DF4C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Bildplatzhalter 3">
            <a:extLst>
              <a:ext uri="{FF2B5EF4-FFF2-40B4-BE49-F238E27FC236}">
                <a16:creationId xmlns:a16="http://schemas.microsoft.com/office/drawing/2014/main" id="{622AFC4E-7444-AAD1-46FC-BB6853DA8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4843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Add  Picture</a:t>
            </a:r>
          </a:p>
        </p:txBody>
      </p:sp>
      <p:sp>
        <p:nvSpPr>
          <p:cNvPr id="5" name="Bildkontrast">
            <a:extLst>
              <a:ext uri="{FF2B5EF4-FFF2-40B4-BE49-F238E27FC236}">
                <a16:creationId xmlns:a16="http://schemas.microsoft.com/office/drawing/2014/main" id="{3639B452-EC7D-BF1A-07F8-BEB5B1C92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3717000"/>
            <a:ext cx="12192000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001" y="1269000"/>
            <a:ext cx="8280750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198"/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002" y="3213000"/>
            <a:ext cx="8280749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tx2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GB"/>
              <a:t>Subtitle of the presentation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3FF88096-6C49-1451-EB92-E5E2BC16ED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350" y="6381100"/>
            <a:ext cx="8280401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9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Place | Date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164FF3D2-32EC-360C-70D7-B6B5243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9945900" y="366900"/>
            <a:ext cx="1980000" cy="781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Arrow">
            <a:extLst>
              <a:ext uri="{FF2B5EF4-FFF2-40B4-BE49-F238E27FC236}">
                <a16:creationId xmlns:a16="http://schemas.microsoft.com/office/drawing/2014/main" id="{7ED359A5-AD86-85BA-0C81-D5926F376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0000" y="5445000"/>
            <a:ext cx="720000" cy="720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ll_small_TextPH">
            <a:extLst>
              <a:ext uri="{FF2B5EF4-FFF2-40B4-BE49-F238E27FC236}">
                <a16:creationId xmlns:a16="http://schemas.microsoft.com/office/drawing/2014/main" id="{B7472438-0CDB-1E5D-7E50-6063D6DE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407988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2958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759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8FB0FDDB-A961-9532-7262-F63096E20B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68441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B0FDDB-A961-9532-7262-F63096E20B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4E78C348-519D-0A32-5392-9E0129C90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9pPr>
          </a:lstStyle>
          <a:p>
            <a:r>
              <a:rPr lang="en-GB"/>
              <a:t>Add  Picture</a:t>
            </a:r>
          </a:p>
          <a:p>
            <a:pPr lvl="8"/>
            <a:endParaRPr lang="en-GB"/>
          </a:p>
        </p:txBody>
      </p:sp>
      <p:sp>
        <p:nvSpPr>
          <p:cNvPr id="4" name="Bildkontrast">
            <a:extLst>
              <a:ext uri="{FF2B5EF4-FFF2-40B4-BE49-F238E27FC236}">
                <a16:creationId xmlns:a16="http://schemas.microsoft.com/office/drawing/2014/main" id="{1E06408D-6EC6-57B1-31FB-9D5F7492BEE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3717002"/>
            <a:ext cx="12192000" cy="3141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001" y="1269000"/>
            <a:ext cx="8280750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198"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002" y="3213000"/>
            <a:ext cx="8280749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399" b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/>
              <a:t>Subtitle of the </a:t>
            </a:r>
            <a:r>
              <a:rPr lang="en-GB" err="1"/>
              <a:t>presentatio</a:t>
            </a:r>
            <a:endParaRPr lang="en-GB"/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2739350E-2979-D47B-334C-37F1CC1113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350" y="6381100"/>
            <a:ext cx="8280401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Place | Date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164FF3D2-32EC-360C-70D7-B6B5243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9945900" y="366900"/>
            <a:ext cx="1980000" cy="781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Arrow">
            <a:extLst>
              <a:ext uri="{FF2B5EF4-FFF2-40B4-BE49-F238E27FC236}">
                <a16:creationId xmlns:a16="http://schemas.microsoft.com/office/drawing/2014/main" id="{0CBF9589-32BE-207C-0458-B3216DEB2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0000" y="5445000"/>
            <a:ext cx="720000" cy="720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B1C6230C-21C7-FFD0-5494-C0A421564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407988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41536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759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7C93870-2A84-760E-6E40-D6AFF40E1B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5095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7C93870-2A84-760E-6E40-D6AFF40E1B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/>
            </a:lvl1pPr>
          </a:lstStyle>
          <a:p>
            <a:r>
              <a:rPr lang="en-GB"/>
              <a:t>Add Agenda title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A8352EBC-2700-434A-AF4F-D1EBB3509A84}" type="datetime1">
              <a:rPr lang="de-DE" smtClean="0"/>
              <a:t>16.10.2026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Produktmanagement | adesso business consulting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/>
              <a:pPr/>
              <a:t>‹Nr.›</a:t>
            </a:fld>
            <a:endParaRPr lang="en-GB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055688" y="1773238"/>
            <a:ext cx="10728000" cy="4392612"/>
          </a:xfrm>
          <a:prstGeom prst="rect">
            <a:avLst/>
          </a:prstGeom>
        </p:spPr>
        <p:txBody>
          <a:bodyPr numCol="2" spcCol="504000"/>
          <a:lstStyle>
            <a:lvl1pPr marL="359892" indent="-359892">
              <a:spcBef>
                <a:spcPts val="1799"/>
              </a:spcBef>
              <a:buFont typeface="+mj-lt"/>
              <a:buAutoNum type="arabicPeriod"/>
              <a:defRPr sz="1799" b="1">
                <a:solidFill>
                  <a:schemeClr val="tx2"/>
                </a:solidFill>
              </a:defRPr>
            </a:lvl1pPr>
            <a:lvl2pPr marL="359892" indent="0">
              <a:spcBef>
                <a:spcPts val="200"/>
              </a:spcBef>
              <a:spcAft>
                <a:spcPts val="200"/>
              </a:spcAft>
              <a:buFont typeface="+mj-lt"/>
              <a:buNone/>
              <a:defRPr sz="1600" b="1"/>
            </a:lvl2pPr>
            <a:lvl3pPr marL="359892" indent="0">
              <a:spcBef>
                <a:spcPts val="200"/>
              </a:spcBef>
              <a:spcAft>
                <a:spcPts val="200"/>
              </a:spcAft>
              <a:buFont typeface="Fira Sans" panose="020B0503050000020004" pitchFamily="34" charset="0"/>
              <a:buNone/>
              <a:defRPr/>
            </a:lvl3pPr>
            <a:lvl4pPr marL="503087" indent="-143957">
              <a:spcBef>
                <a:spcPts val="200"/>
              </a:spcBef>
              <a:spcAft>
                <a:spcPts val="200"/>
              </a:spcAft>
              <a:buFont typeface="Fira Sans" panose="020B0503050000020004" pitchFamily="34" charset="0"/>
              <a:buChar char="&gt;"/>
              <a:defRPr sz="1400" b="0">
                <a:solidFill>
                  <a:schemeClr val="tx1"/>
                </a:solidFill>
              </a:defRPr>
            </a:lvl4pPr>
            <a:lvl5pPr marL="719784" indent="-179946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719784" indent="-179946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719784" indent="-179946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719784" indent="-179946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719784" indent="-179946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582649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323">
          <p15:clr>
            <a:srgbClr val="F26B43"/>
          </p15:clr>
        </p15:guide>
        <p15:guide id="6" pos="257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92C41A53-F3D3-1C21-B135-C5F120504FF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45462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C41A53-F3D3-1C21-B135-C5F120504F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1055687" y="512676"/>
            <a:ext cx="10728000" cy="10800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GB"/>
              <a:t>Add Agenda title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5331816-FB86-467E-8E18-B98C2145ED83}" type="datetime1">
              <a:rPr lang="de-DE" smtClean="0"/>
              <a:t>16.10.2026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Produktmanagement | adesso business consulting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/>
              <a:pPr/>
              <a:t>‹Nr.›</a:t>
            </a:fld>
            <a:endParaRPr lang="en-GB"/>
          </a:p>
        </p:txBody>
      </p:sp>
      <p:sp>
        <p:nvSpPr>
          <p:cNvPr id="6" name="Textplatzhalter 24">
            <a:extLst>
              <a:ext uri="{FF2B5EF4-FFF2-40B4-BE49-F238E27FC236}">
                <a16:creationId xmlns:a16="http://schemas.microsoft.com/office/drawing/2014/main" id="{A34E9E74-1E39-8109-360B-A3E55855FB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055855" y="177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7" name="Textplatzhalter 26">
            <a:extLst>
              <a:ext uri="{FF2B5EF4-FFF2-40B4-BE49-F238E27FC236}">
                <a16:creationId xmlns:a16="http://schemas.microsoft.com/office/drawing/2014/main" id="{2255F337-75B4-13CD-224C-DC966FC86B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775934" y="177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99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799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3957" indent="-143957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9" name="Textplatzhalter 24">
            <a:extLst>
              <a:ext uri="{FF2B5EF4-FFF2-40B4-BE49-F238E27FC236}">
                <a16:creationId xmlns:a16="http://schemas.microsoft.com/office/drawing/2014/main" id="{0A994108-587A-7B5F-4BD0-6F34AA17C9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055855" y="285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12" name="Textplatzhalter 26">
            <a:extLst>
              <a:ext uri="{FF2B5EF4-FFF2-40B4-BE49-F238E27FC236}">
                <a16:creationId xmlns:a16="http://schemas.microsoft.com/office/drawing/2014/main" id="{9F6EBA83-B83B-576B-64CB-ADBD6A177C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1775934" y="285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99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799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3957" indent="-143957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4" name="Textplatzhalter 24">
            <a:extLst>
              <a:ext uri="{FF2B5EF4-FFF2-40B4-BE49-F238E27FC236}">
                <a16:creationId xmlns:a16="http://schemas.microsoft.com/office/drawing/2014/main" id="{A85BDE73-D5CD-FDB8-02C4-D50A3BDF24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1056001" y="393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16" name="Textplatzhalter 26">
            <a:extLst>
              <a:ext uri="{FF2B5EF4-FFF2-40B4-BE49-F238E27FC236}">
                <a16:creationId xmlns:a16="http://schemas.microsoft.com/office/drawing/2014/main" id="{C28D690A-02FF-09B1-EB6C-A73F9BFFB9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1776080" y="393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99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799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3957" indent="-143957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8" name="Textplatzhalter 24">
            <a:extLst>
              <a:ext uri="{FF2B5EF4-FFF2-40B4-BE49-F238E27FC236}">
                <a16:creationId xmlns:a16="http://schemas.microsoft.com/office/drawing/2014/main" id="{B0EEA235-157C-0DD6-1EB1-2D101F4663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1056147" y="501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20" name="Textplatzhalter 26">
            <a:extLst>
              <a:ext uri="{FF2B5EF4-FFF2-40B4-BE49-F238E27FC236}">
                <a16:creationId xmlns:a16="http://schemas.microsoft.com/office/drawing/2014/main" id="{BC8510BB-7A4F-C027-FA67-05A980A607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1776226" y="501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99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799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3957" indent="-143957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2" name="Textplatzhalter 24">
            <a:extLst>
              <a:ext uri="{FF2B5EF4-FFF2-40B4-BE49-F238E27FC236}">
                <a16:creationId xmlns:a16="http://schemas.microsoft.com/office/drawing/2014/main" id="{B5942F88-B110-49D8-9B60-2E1BDDB760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455854" y="177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29" name="Textplatzhalter 26">
            <a:extLst>
              <a:ext uri="{FF2B5EF4-FFF2-40B4-BE49-F238E27FC236}">
                <a16:creationId xmlns:a16="http://schemas.microsoft.com/office/drawing/2014/main" id="{45D253A2-A960-9F2B-AEF1-67F1165047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175934" y="177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99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799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3957" indent="-143957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0" name="Textplatzhalter 24">
            <a:extLst>
              <a:ext uri="{FF2B5EF4-FFF2-40B4-BE49-F238E27FC236}">
                <a16:creationId xmlns:a16="http://schemas.microsoft.com/office/drawing/2014/main" id="{4B53778D-F9BD-F40B-2FC9-0BF34E3C9B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6456000" y="285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31" name="Textplatzhalter 26">
            <a:extLst>
              <a:ext uri="{FF2B5EF4-FFF2-40B4-BE49-F238E27FC236}">
                <a16:creationId xmlns:a16="http://schemas.microsoft.com/office/drawing/2014/main" id="{ABF3534A-653F-64D8-B01B-F7561A40B87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7176080" y="285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99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799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3957" indent="-143957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614F4393-383C-9CEE-68FA-59D2E8749B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6456146" y="393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33" name="Textplatzhalter 26">
            <a:extLst>
              <a:ext uri="{FF2B5EF4-FFF2-40B4-BE49-F238E27FC236}">
                <a16:creationId xmlns:a16="http://schemas.microsoft.com/office/drawing/2014/main" id="{F681518D-1909-6D73-E5C0-0842A0100D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7176226" y="393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99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799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3957" indent="-143957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4" name="Textplatzhalter 24">
            <a:extLst>
              <a:ext uri="{FF2B5EF4-FFF2-40B4-BE49-F238E27FC236}">
                <a16:creationId xmlns:a16="http://schemas.microsoft.com/office/drawing/2014/main" id="{D1FC226F-83E0-2226-D377-F8376BD009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6456292" y="5013474"/>
            <a:ext cx="648000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599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35" name="Textplatzhalter 26">
            <a:extLst>
              <a:ext uri="{FF2B5EF4-FFF2-40B4-BE49-F238E27FC236}">
                <a16:creationId xmlns:a16="http://schemas.microsoft.com/office/drawing/2014/main" id="{10BA3EAB-FA0C-46B7-0CD7-F2A12D81A5C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7176372" y="5013000"/>
            <a:ext cx="46080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99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799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3957" indent="-143957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7914" indent="-143957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36853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323">
          <p15:clr>
            <a:srgbClr val="F26B43"/>
          </p15:clr>
        </p15:guide>
        <p15:guide id="6" pos="257">
          <p15:clr>
            <a:srgbClr val="A4A3A4"/>
          </p15:clr>
        </p15:guide>
        <p15:guide id="7" pos="4067">
          <p15:clr>
            <a:srgbClr val="F26B43"/>
          </p15:clr>
        </p15:guide>
        <p15:guide id="8" pos="402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1225CE66-DBB8-739C-40C1-C7EF786AB86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3754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25CE66-DBB8-739C-40C1-C7EF786AB8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0BB22A48-E4FC-DF04-EDD8-73946BA75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5736001" y="6309000"/>
            <a:ext cx="1080000" cy="549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747" indent="-177747" algn="l">
              <a:buClr>
                <a:schemeClr val="tx2"/>
              </a:buClr>
              <a:buFont typeface="Fira Sans" panose="020B0503050000020004" pitchFamily="34" charset="0"/>
              <a:buChar char="&gt;"/>
            </a:pPr>
            <a:endParaRPr lang="de-DE" sz="1600">
              <a:solidFill>
                <a:schemeClr val="tx2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413E72D-B03A-1B4E-6E45-0A916192C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872000" cy="981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1055688" y="1268900"/>
            <a:ext cx="8856662" cy="2088100"/>
          </a:xfrm>
        </p:spPr>
        <p:txBody>
          <a:bodyPr vert="horz" anchor="b"/>
          <a:lstStyle>
            <a:lvl1pPr>
              <a:lnSpc>
                <a:spcPct val="85000"/>
              </a:lnSpc>
              <a:defRPr sz="5198">
                <a:solidFill>
                  <a:schemeClr val="tx2"/>
                </a:solidFill>
              </a:defRPr>
            </a:lvl1pPr>
          </a:lstStyle>
          <a:p>
            <a:r>
              <a:rPr lang="en-GB"/>
              <a:t>Name of the current section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gray">
          <a:xfrm>
            <a:off x="1055688" y="3428912"/>
            <a:ext cx="8856662" cy="1440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tx2"/>
                </a:solidFill>
              </a:defRPr>
            </a:lvl9pPr>
          </a:lstStyle>
          <a:p>
            <a:r>
              <a:rPr lang="en-GB"/>
              <a:t>Optional short description of 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Produktmanagement | adesso business consulting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03B95DAB-F1F6-45D6-8C4E-A7F6F3925E56}" type="datetime1">
              <a:rPr lang="de-DE" smtClean="0"/>
              <a:t>16.10.2026</a:t>
            </a:fld>
            <a:endParaRPr lang="en-GB"/>
          </a:p>
        </p:txBody>
      </p:sp>
      <p:sp>
        <p:nvSpPr>
          <p:cNvPr id="7" name="Arrow">
            <a:extLst>
              <a:ext uri="{FF2B5EF4-FFF2-40B4-BE49-F238E27FC236}">
                <a16:creationId xmlns:a16="http://schemas.microsoft.com/office/drawing/2014/main" id="{2DB93664-3E0D-919B-F3B1-3E8CAFEE6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10632001" y="4761000"/>
            <a:ext cx="756000" cy="756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ll_small_TextPH">
            <a:extLst>
              <a:ext uri="{FF2B5EF4-FFF2-40B4-BE49-F238E27FC236}">
                <a16:creationId xmlns:a16="http://schemas.microsoft.com/office/drawing/2014/main" id="{1A681424-DE77-3A71-67F9-9FDE8392D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3797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244">
          <p15:clr>
            <a:srgbClr val="F26B43"/>
          </p15:clr>
        </p15:guide>
        <p15:guide id="2" orient="horz" pos="2115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C05D2FC8-3E8B-9EBE-7745-7873E532D1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526784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5D2FC8-3E8B-9EBE-7745-7873E532D1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dient">
            <a:extLst>
              <a:ext uri="{FF2B5EF4-FFF2-40B4-BE49-F238E27FC236}">
                <a16:creationId xmlns:a16="http://schemas.microsoft.com/office/drawing/2014/main" id="{B723CF16-9659-CD27-BFD2-E5AD0C84A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B2167822-301A-923D-3BF1-98C43E5D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5688" y="1268900"/>
            <a:ext cx="8856662" cy="2088100"/>
          </a:xfrm>
        </p:spPr>
        <p:txBody>
          <a:bodyPr vert="horz" anchor="b"/>
          <a:lstStyle>
            <a:lvl1pPr>
              <a:lnSpc>
                <a:spcPct val="85000"/>
              </a:lnSpc>
              <a:defRPr sz="5198">
                <a:solidFill>
                  <a:schemeClr val="bg1"/>
                </a:solidFill>
              </a:defRPr>
            </a:lvl1pPr>
          </a:lstStyle>
          <a:p>
            <a:r>
              <a:rPr lang="en-GB"/>
              <a:t>Name of the current section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EAC21517-510A-2A39-F899-3441461F4C0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055688" y="3429000"/>
            <a:ext cx="8856662" cy="1440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bg1"/>
                </a:solidFill>
              </a:defRPr>
            </a:lvl9pPr>
          </a:lstStyle>
          <a:p>
            <a:r>
              <a:rPr lang="en-GB"/>
              <a:t>Optional short description of </a:t>
            </a:r>
            <a:br>
              <a:rPr lang="en-GB"/>
            </a:br>
            <a:r>
              <a:rPr lang="en-GB"/>
              <a:t>the current section</a:t>
            </a:r>
          </a:p>
          <a:p>
            <a:pPr lvl="1"/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Produktmanagement | adesso business consulting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67AC3E-0A28-4EB0-B05E-AE8B82F11586}" type="datetime1">
              <a:rPr lang="de-DE" smtClean="0"/>
              <a:t>16.10.2026</a:t>
            </a:fld>
            <a:endParaRPr lang="en-GB"/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2E4ABAEA-6371-074E-FCF3-57D9898D4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Arrow">
            <a:extLst>
              <a:ext uri="{FF2B5EF4-FFF2-40B4-BE49-F238E27FC236}">
                <a16:creationId xmlns:a16="http://schemas.microsoft.com/office/drawing/2014/main" id="{EDBBED1B-023A-FACB-C4ED-EE7525F3F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0632001" y="4761000"/>
            <a:ext cx="756000" cy="756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9E9F17F7-0B89-0E0F-48B9-E46CCAFBF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gray">
          <a:xfrm>
            <a:off x="11323201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6537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244">
          <p15:clr>
            <a:srgbClr val="F26B43"/>
          </p15:clr>
        </p15:guide>
        <p15:guide id="2" orient="horz" pos="2115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7F45E01D-B563-537E-CFD1-CD6B55CE09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1316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F45E01D-B563-537E-CFD1-CD6B55CE09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ildplatzhalter 3">
            <a:extLst>
              <a:ext uri="{FF2B5EF4-FFF2-40B4-BE49-F238E27FC236}">
                <a16:creationId xmlns:a16="http://schemas.microsoft.com/office/drawing/2014/main" id="{39CCA402-DED7-2BB4-D820-6AF1A1083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4843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  Picture</a:t>
            </a:r>
          </a:p>
        </p:txBody>
      </p:sp>
      <p:sp>
        <p:nvSpPr>
          <p:cNvPr id="7" name="Bildkontrast">
            <a:extLst>
              <a:ext uri="{FF2B5EF4-FFF2-40B4-BE49-F238E27FC236}">
                <a16:creationId xmlns:a16="http://schemas.microsoft.com/office/drawing/2014/main" id="{90BF5578-7158-742D-B8B8-D8C5F96FE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0" y="3717000"/>
            <a:ext cx="12192000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9B9FB43F-5E8A-B6C3-EAA8-EA022913F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5688" y="1268900"/>
            <a:ext cx="8856662" cy="2088100"/>
          </a:xfrm>
        </p:spPr>
        <p:txBody>
          <a:bodyPr vert="horz" anchor="b"/>
          <a:lstStyle>
            <a:lvl1pPr>
              <a:lnSpc>
                <a:spcPct val="85000"/>
              </a:lnSpc>
              <a:defRPr sz="5198">
                <a:solidFill>
                  <a:schemeClr val="tx2"/>
                </a:solidFill>
              </a:defRPr>
            </a:lvl1pPr>
          </a:lstStyle>
          <a:p>
            <a:r>
              <a:rPr lang="en-GB"/>
              <a:t>Name of the current section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810752F5-186C-03FB-BB64-C5F1D9D9BC3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055688" y="3428912"/>
            <a:ext cx="8856662" cy="1440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tx2"/>
                </a:solidFill>
              </a:defRPr>
            </a:lvl9pPr>
          </a:lstStyle>
          <a:p>
            <a:r>
              <a:rPr lang="en-GB"/>
              <a:t>Optional short description of </a:t>
            </a:r>
            <a:br>
              <a:rPr lang="en-GB"/>
            </a:br>
            <a:r>
              <a:rPr lang="en-GB"/>
              <a:t>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FF9B0DE-3FEB-4AA0-B465-B80EF7C1333D}" type="slidenum">
              <a:rPr lang="en-GB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Produktmanagement | adesso business consulting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94317A-CA22-4F2F-A1D0-7607F4B88E59}" type="datetime1">
              <a:rPr lang="de-DE" smtClean="0"/>
              <a:t>16.10.2026</a:t>
            </a:fld>
            <a:endParaRPr lang="en-GB"/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8DB6C231-C5BB-9B40-0F2A-1BA2BA977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1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Arrow">
            <a:extLst>
              <a:ext uri="{FF2B5EF4-FFF2-40B4-BE49-F238E27FC236}">
                <a16:creationId xmlns:a16="http://schemas.microsoft.com/office/drawing/2014/main" id="{0BE17F32-D6B0-F910-E9F6-968829D7A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10632001" y="4761000"/>
            <a:ext cx="756000" cy="756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768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244">
          <p15:clr>
            <a:srgbClr val="F26B43"/>
          </p15:clr>
        </p15:guide>
        <p15:guide id="2" orient="horz" pos="2115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B718A833-D790-25B6-3705-635EEE5F5A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05563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718A833-D790-25B6-3705-635EEE5F5A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ildplatzhalter 9">
            <a:extLst>
              <a:ext uri="{FF2B5EF4-FFF2-40B4-BE49-F238E27FC236}">
                <a16:creationId xmlns:a16="http://schemas.microsoft.com/office/drawing/2014/main" id="{27A5E866-5D91-E545-59A4-766B60DC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9pPr>
          </a:lstStyle>
          <a:p>
            <a:r>
              <a:rPr lang="en-GB"/>
              <a:t>Add  Picture</a:t>
            </a:r>
          </a:p>
          <a:p>
            <a:pPr lvl="8"/>
            <a:endParaRPr lang="en-GB"/>
          </a:p>
        </p:txBody>
      </p:sp>
      <p:sp>
        <p:nvSpPr>
          <p:cNvPr id="7" name="Bildkontrast">
            <a:extLst>
              <a:ext uri="{FF2B5EF4-FFF2-40B4-BE49-F238E27FC236}">
                <a16:creationId xmlns:a16="http://schemas.microsoft.com/office/drawing/2014/main" id="{C4753983-0865-0D4C-9133-0A99B811D1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3717002"/>
            <a:ext cx="12192000" cy="3141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9685288D-DB07-51CF-3109-4D7FFCFE5B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5688" y="1268900"/>
            <a:ext cx="8856662" cy="2088100"/>
          </a:xfrm>
        </p:spPr>
        <p:txBody>
          <a:bodyPr vert="horz" anchor="b"/>
          <a:lstStyle>
            <a:lvl1pPr>
              <a:lnSpc>
                <a:spcPct val="85000"/>
              </a:lnSpc>
              <a:defRPr sz="5198">
                <a:solidFill>
                  <a:schemeClr val="bg1"/>
                </a:solidFill>
              </a:defRPr>
            </a:lvl1pPr>
          </a:lstStyle>
          <a:p>
            <a:r>
              <a:rPr lang="en-GB"/>
              <a:t>Name of the current section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B1A90195-8AAA-0454-4861-29ED43B27E2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055688" y="3429000"/>
            <a:ext cx="8856662" cy="1440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599" b="0">
                <a:solidFill>
                  <a:schemeClr val="bg1"/>
                </a:solidFill>
              </a:defRPr>
            </a:lvl9pPr>
          </a:lstStyle>
          <a:p>
            <a:r>
              <a:rPr lang="en-GB"/>
              <a:t>Optional short description of </a:t>
            </a:r>
            <a:br>
              <a:rPr lang="en-GB"/>
            </a:br>
            <a:r>
              <a:rPr lang="en-GB"/>
              <a:t>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Produktmanagement | adesso business consulting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F9D330-ABD6-4AAB-99AA-1CCD5AE7817F}" type="datetime1">
              <a:rPr lang="de-DE" smtClean="0"/>
              <a:t>16.10.2026</a:t>
            </a:fld>
            <a:endParaRPr lang="en-GB"/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C72E5158-DD49-5499-FBFE-A16D57566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3201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Arrow">
            <a:extLst>
              <a:ext uri="{FF2B5EF4-FFF2-40B4-BE49-F238E27FC236}">
                <a16:creationId xmlns:a16="http://schemas.microsoft.com/office/drawing/2014/main" id="{0BE17F32-D6B0-F910-E9F6-968829D7A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10632001" y="4761000"/>
            <a:ext cx="756000" cy="756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594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244">
          <p15:clr>
            <a:srgbClr val="F26B43"/>
          </p15:clr>
        </p15:guide>
        <p15:guide id="2" orient="horz" pos="2115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half Picture WHI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AB0DA3CE-1438-CC6E-92E0-BAC3299E76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51716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0DA3CE-1438-CC6E-92E0-BAC3299E76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01841501-C7BA-52D7-E102-657F230BB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5736001" y="6309000"/>
            <a:ext cx="1080000" cy="549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747" indent="-177747" algn="l">
              <a:buClr>
                <a:schemeClr val="tx2"/>
              </a:buClr>
              <a:buFont typeface="Fira Sans" panose="020B0503050000020004" pitchFamily="34" charset="0"/>
              <a:buChar char="&gt;"/>
            </a:pPr>
            <a:endParaRPr lang="de-DE" sz="1600">
              <a:solidFill>
                <a:schemeClr val="tx2"/>
              </a:solidFill>
            </a:endParaRPr>
          </a:p>
        </p:txBody>
      </p: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5CC9311B-B6CB-FE0C-EC7B-B293F448B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72262" y="0"/>
            <a:ext cx="5519737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4843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Add  Picture</a:t>
            </a:r>
          </a:p>
        </p:txBody>
      </p:sp>
      <p:sp>
        <p:nvSpPr>
          <p:cNvPr id="4" name="Bildkontrast">
            <a:extLst>
              <a:ext uri="{FF2B5EF4-FFF2-40B4-BE49-F238E27FC236}">
                <a16:creationId xmlns:a16="http://schemas.microsoft.com/office/drawing/2014/main" id="{85E3E958-EF24-1192-DF23-C5B3CBB04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2262" y="3717000"/>
            <a:ext cx="5519737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413E72D-B03A-1B4E-6E45-0A916192C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872000" cy="981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7988" y="693000"/>
            <a:ext cx="5759450" cy="1872000"/>
          </a:xfrm>
        </p:spPr>
        <p:txBody>
          <a:bodyPr vert="horz" anchor="b"/>
          <a:lstStyle>
            <a:lvl1pPr>
              <a:lnSpc>
                <a:spcPct val="85000"/>
              </a:lnSpc>
              <a:defRPr sz="4799">
                <a:solidFill>
                  <a:schemeClr val="tx2"/>
                </a:solidFill>
              </a:defRPr>
            </a:lvl1pPr>
          </a:lstStyle>
          <a:p>
            <a:r>
              <a:rPr lang="en-GB"/>
              <a:t>Name of the current section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gray">
          <a:xfrm>
            <a:off x="407988" y="2564912"/>
            <a:ext cx="5759450" cy="1944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199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199" b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199" b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199" b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199" b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199" b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199" b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199" b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199" b="0">
                <a:solidFill>
                  <a:schemeClr val="tx2"/>
                </a:solidFill>
              </a:defRPr>
            </a:lvl9pPr>
          </a:lstStyle>
          <a:p>
            <a:r>
              <a:rPr lang="en-GB"/>
              <a:t>Optional short description of 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FF9B0DE-3FEB-4AA0-B465-B80EF7C1333D}" type="slidenum">
              <a:rPr lang="en-GB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>
            <a:off x="1055688" y="6453000"/>
            <a:ext cx="4680000" cy="144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Produktmanagement | adesso business consulting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20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67EB597F-EBBA-05B9-AE59-487919E8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6888000" y="6453000"/>
            <a:ext cx="720000" cy="144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F4E791-66AF-44BA-BAF8-08DB9F3C5573}" type="datetime1">
              <a:rPr lang="de-DE" smtClean="0"/>
              <a:t>16.10.2026</a:t>
            </a:fld>
            <a:endParaRPr lang="en-GB"/>
          </a:p>
        </p:txBody>
      </p:sp>
      <p:pic>
        <p:nvPicPr>
          <p:cNvPr id="13" name="Pill_small">
            <a:extLst>
              <a:ext uri="{FF2B5EF4-FFF2-40B4-BE49-F238E27FC236}">
                <a16:creationId xmlns:a16="http://schemas.microsoft.com/office/drawing/2014/main" id="{3CCED57A-1EA4-B4F0-C567-5A3A8AFE5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6154406" y="6475631"/>
            <a:ext cx="216000" cy="98743"/>
          </a:xfrm>
          <a:prstGeom prst="rect">
            <a:avLst/>
          </a:prstGeom>
        </p:spPr>
      </p:pic>
      <p:sp>
        <p:nvSpPr>
          <p:cNvPr id="14" name="Arrow">
            <a:extLst>
              <a:ext uri="{FF2B5EF4-FFF2-40B4-BE49-F238E27FC236}">
                <a16:creationId xmlns:a16="http://schemas.microsoft.com/office/drawing/2014/main" id="{648F5294-342F-CA40-080A-A8D3B1372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7"/>
          </p:nvPr>
        </p:nvSpPr>
        <p:spPr bwMode="gray">
          <a:xfrm>
            <a:off x="4944000" y="4869000"/>
            <a:ext cx="1224000" cy="1224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ll_small_TextPH">
            <a:extLst>
              <a:ext uri="{FF2B5EF4-FFF2-40B4-BE49-F238E27FC236}">
                <a16:creationId xmlns:a16="http://schemas.microsoft.com/office/drawing/2014/main" id="{9DA40878-F5FF-B719-9BF7-C451E55AB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53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616">
          <p15:clr>
            <a:srgbClr val="F26B43"/>
          </p15:clr>
        </p15:guide>
        <p15:guide id="6" pos="3885">
          <p15:clr>
            <a:srgbClr val="F26B43"/>
          </p15:clr>
        </p15:guide>
        <p15:guide id="8" pos="4203">
          <p15:clr>
            <a:srgbClr val="F26B43"/>
          </p15:clr>
        </p15:guide>
        <p15:guide id="9" pos="257">
          <p15:clr>
            <a:srgbClr val="F26B4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half 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6280B20-CA0F-5C3C-4EAB-EB7D755B9F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49859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80B20-CA0F-5C3C-4EAB-EB7D755B9F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Verlauf">
            <a:extLst>
              <a:ext uri="{FF2B5EF4-FFF2-40B4-BE49-F238E27FC236}">
                <a16:creationId xmlns:a16="http://schemas.microsoft.com/office/drawing/2014/main" id="{3300AACF-0D35-1B88-AC4F-A1B0BB8F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716998EF-CD2E-E8D7-4A07-69B504815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72263" y="0"/>
            <a:ext cx="5519737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4843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Add  Picture</a:t>
            </a:r>
          </a:p>
        </p:txBody>
      </p:sp>
      <p:sp>
        <p:nvSpPr>
          <p:cNvPr id="4" name="Bildkontrast">
            <a:extLst>
              <a:ext uri="{FF2B5EF4-FFF2-40B4-BE49-F238E27FC236}">
                <a16:creationId xmlns:a16="http://schemas.microsoft.com/office/drawing/2014/main" id="{A9041A99-01BE-D2BD-943C-8D4A7ED86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2262" y="3717000"/>
            <a:ext cx="5519737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23428761-EC80-70E2-D1D7-90ECA56DC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7988" y="693000"/>
            <a:ext cx="5759450" cy="1872000"/>
          </a:xfrm>
        </p:spPr>
        <p:txBody>
          <a:bodyPr vert="horz" anchor="b"/>
          <a:lstStyle>
            <a:lvl1pPr>
              <a:lnSpc>
                <a:spcPct val="85000"/>
              </a:lnSpc>
              <a:defRPr sz="4799">
                <a:solidFill>
                  <a:schemeClr val="bg1"/>
                </a:solidFill>
              </a:defRPr>
            </a:lvl1pPr>
          </a:lstStyle>
          <a:p>
            <a:r>
              <a:rPr lang="en-GB"/>
              <a:t>Name of the current section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83129EB0-3C89-AD69-6E13-431184196F4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07989" y="2564912"/>
            <a:ext cx="5760751" cy="1944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199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199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199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199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199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199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199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199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199" b="0">
                <a:solidFill>
                  <a:schemeClr val="bg1"/>
                </a:solidFill>
              </a:defRPr>
            </a:lvl9pPr>
          </a:lstStyle>
          <a:p>
            <a:r>
              <a:rPr lang="en-GB"/>
              <a:t>Optional short description of 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>
            <a:off x="1055688" y="6453000"/>
            <a:ext cx="4680000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Produktmanagement | adesso business consulting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2000" y="6414338"/>
            <a:ext cx="532800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Arrow">
            <a:extLst>
              <a:ext uri="{FF2B5EF4-FFF2-40B4-BE49-F238E27FC236}">
                <a16:creationId xmlns:a16="http://schemas.microsoft.com/office/drawing/2014/main" id="{7A197F93-C74A-7E15-7A87-A3BF743DD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7"/>
          </p:nvPr>
        </p:nvSpPr>
        <p:spPr bwMode="gray">
          <a:xfrm>
            <a:off x="4944000" y="4869000"/>
            <a:ext cx="1224000" cy="1224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4BAFBB94-A8F3-114E-22EA-CF0F512A2374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6888000" y="6453000"/>
            <a:ext cx="720000" cy="144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44C4F6-ECEC-41CA-8981-B9615832D1CA}" type="datetime1">
              <a:rPr lang="de-DE" smtClean="0"/>
              <a:t>16.10.2026</a:t>
            </a:fld>
            <a:endParaRPr lang="en-GB"/>
          </a:p>
        </p:txBody>
      </p:sp>
      <p:sp>
        <p:nvSpPr>
          <p:cNvPr id="15" name="Pill_small_TextPH">
            <a:extLst>
              <a:ext uri="{FF2B5EF4-FFF2-40B4-BE49-F238E27FC236}">
                <a16:creationId xmlns:a16="http://schemas.microsoft.com/office/drawing/2014/main" id="{DA30F08B-093E-B39F-4AA8-B9A2F8A51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 bwMode="gray">
          <a:xfrm>
            <a:off x="6156000" y="6481979"/>
            <a:ext cx="215900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0686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616">
          <p15:clr>
            <a:srgbClr val="F26B43"/>
          </p15:clr>
        </p15:guide>
        <p15:guide id="6" pos="3885">
          <p15:clr>
            <a:srgbClr val="F26B43"/>
          </p15:clr>
        </p15:guide>
        <p15:guide id="8" pos="4203">
          <p15:clr>
            <a:srgbClr val="F26B43"/>
          </p15:clr>
        </p15:guide>
        <p15:guide id="9" pos="257">
          <p15:clr>
            <a:srgbClr val="F26B43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>
            <a:extLst>
              <a:ext uri="{FF2B5EF4-FFF2-40B4-BE49-F238E27FC236}">
                <a16:creationId xmlns:a16="http://schemas.microsoft.com/office/drawing/2014/main" id="{08730F2D-3D5A-B4FB-D0CB-CF57880E34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>
                        <a:extLst>
                          <a:ext uri="{FF2B5EF4-FFF2-40B4-BE49-F238E27FC236}">
                            <a16:creationId xmlns:a16="http://schemas.microsoft.com/office/drawing/2014/main" id="{08730F2D-3D5A-B4FB-D0CB-CF57880E34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/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020130F-1555-7891-3505-25DECEC0A55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4B4AD4E-68CE-D4C7-ED38-CC183EBA28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/>
              <a:pPr/>
              <a:t>‹Nr.›</a:t>
            </a:fld>
            <a:endParaRPr lang="en-GB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4C3B36C-6022-7BD7-0AC1-FFEA36DFD5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Produktmanagement | adesso business consulting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773D0B3-0E64-FB65-99E1-555E9CC07F7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E035269-1A81-436F-8B65-AE73A8B54016}" type="datetime1">
              <a:rPr lang="de-DE" smtClean="0"/>
              <a:t>16.10.2026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258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FBDD7BE-F636-39CC-30B8-30054345D71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97353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BDD7BE-F636-39CC-30B8-30054345D7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/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000" y="6453000"/>
            <a:ext cx="360000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Produktmanagement | adesso business consulting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EDC43951-97E7-4FC7-9345-36CDD40812F2}" type="datetime1">
              <a:rPr lang="de-DE" smtClean="0"/>
              <a:t>16.10.2026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958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23">
          <p15:clr>
            <a:srgbClr val="F26B43"/>
          </p15:clr>
        </p15:guide>
        <p15:guide id="2" pos="665">
          <p15:clr>
            <a:srgbClr val="F26B43"/>
          </p15:clr>
        </p15:guide>
        <p15:guide id="3" pos="257">
          <p15:clr>
            <a:srgbClr val="A4A3A4"/>
          </p15:clr>
        </p15:guide>
        <p15:guide id="4" pos="7423">
          <p15:clr>
            <a:srgbClr val="F26B43"/>
          </p15:clr>
        </p15:guide>
        <p15:guide id="5" orient="horz" pos="1117">
          <p15:clr>
            <a:srgbClr val="F26B43"/>
          </p15:clr>
        </p15:guide>
        <p15:guide id="6" orient="horz" pos="3883">
          <p15:clr>
            <a:srgbClr val="F26B43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55955A8-1D7E-8F99-DA1F-1A333B86FD0D}"/>
              </a:ext>
            </a:extLst>
          </p:cNvPr>
          <p:cNvGraphicFramePr>
            <a:graphicFrameLocks/>
          </p:cNvGraphicFramePr>
          <p:nvPr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21969880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0" imgW="306" imgH="306" progId="TCLayout.ActiveDocument.1">
                  <p:embed/>
                </p:oleObj>
              </mc:Choice>
              <mc:Fallback>
                <p:oleObj name="think-cell Folie" r:id="rId20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5955A8-1D7E-8F99-DA1F-1A333B86FD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platzhalter 1">
            <a:extLst>
              <a:ext uri="{FF2B5EF4-FFF2-40B4-BE49-F238E27FC236}">
                <a16:creationId xmlns:a16="http://schemas.microsoft.com/office/drawing/2014/main" id="{42F7C704-568E-9258-6507-771D1CBCA90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055687" y="512676"/>
            <a:ext cx="10728000" cy="108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Add Slide Title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DA925AB6-2AC2-A545-61BB-3D2C55D53F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1055687" y="6453000"/>
            <a:ext cx="496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9pPr>
          </a:lstStyle>
          <a:p>
            <a:r>
              <a:rPr lang="en-GB"/>
              <a:t>Produktmanagement | adesso business consulting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570DD1DA-905E-8295-8AD4-DEDBD0DCA271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6492124" y="6453000"/>
            <a:ext cx="720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9pPr>
          </a:lstStyle>
          <a:p>
            <a:fld id="{9124637D-5562-459A-81A4-5FDF030755AF}" type="datetime1">
              <a:rPr lang="de-DE" smtClean="0"/>
              <a:t>16.10.2026</a:t>
            </a:fld>
            <a:endParaRPr lang="en-GB"/>
          </a:p>
        </p:txBody>
      </p:sp>
      <p:pic>
        <p:nvPicPr>
          <p:cNvPr id="12" name="Pill">
            <a:extLst>
              <a:ext uri="{FF2B5EF4-FFF2-40B4-BE49-F238E27FC236}">
                <a16:creationId xmlns:a16="http://schemas.microsoft.com/office/drawing/2014/main" id="{E509A8B5-7344-9FB9-348F-0CFE4DF84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 bwMode="gray">
          <a:xfrm>
            <a:off x="407989" y="613859"/>
            <a:ext cx="432000" cy="197485"/>
          </a:xfrm>
          <a:prstGeom prst="rect">
            <a:avLst/>
          </a:prstGeom>
        </p:spPr>
      </p:pic>
      <p:pic>
        <p:nvPicPr>
          <p:cNvPr id="13" name="Pill_small">
            <a:extLst>
              <a:ext uri="{FF2B5EF4-FFF2-40B4-BE49-F238E27FC236}">
                <a16:creationId xmlns:a16="http://schemas.microsoft.com/office/drawing/2014/main" id="{6CB99083-7A1F-1E8F-BB3B-52EEF2B82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 bwMode="gray">
          <a:xfrm>
            <a:off x="6154406" y="6475631"/>
            <a:ext cx="216000" cy="98743"/>
          </a:xfrm>
          <a:prstGeom prst="rect">
            <a:avLst/>
          </a:prstGeom>
        </p:spPr>
      </p:pic>
      <p:sp>
        <p:nvSpPr>
          <p:cNvPr id="14" name="Foliennummernplatzhalter 7">
            <a:extLst>
              <a:ext uri="{FF2B5EF4-FFF2-40B4-BE49-F238E27FC236}">
                <a16:creationId xmlns:a16="http://schemas.microsoft.com/office/drawing/2014/main" id="{B12BF23E-B765-D752-12DC-FDFBF0964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8000" y="6453000"/>
            <a:ext cx="5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9pPr>
          </a:lstStyle>
          <a:p>
            <a:fld id="{F2D4CAB8-B091-4116-BA82-0A812210E0F9}" type="slidenum">
              <a:rPr lang="en-GB"/>
              <a:pPr/>
              <a:t>‹Nr.›</a:t>
            </a:fld>
            <a:endParaRPr lang="en-GB"/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250D2256-DEC5-4569-6453-E08666E9B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000" y="1773001"/>
            <a:ext cx="10728013" cy="43912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" name="empower - DO NOT DELETE!!!" hidden="1">
            <a:extLst>
              <a:ext uri="{FF2B5EF4-FFF2-40B4-BE49-F238E27FC236}">
                <a16:creationId xmlns:a16="http://schemas.microsoft.com/office/drawing/2014/main" id="{34B60685-96ED-006E-6711-2510DE74EE59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>
              <a:buClr>
                <a:schemeClr val="bg1"/>
              </a:buClr>
            </a:pPr>
            <a:endParaRPr lang="en-GB" sz="1799">
              <a:solidFill>
                <a:schemeClr val="bg1"/>
              </a:solidFill>
            </a:endParaRPr>
          </a:p>
        </p:txBody>
      </p:sp>
      <p:pic>
        <p:nvPicPr>
          <p:cNvPr id="3" name="Grafik 2" descr="Ein Bild, das Text, Schrift, Grafiken, Screenshot enthält.&#10;&#10;KI-generierte Inhalte können fehlerhaft sein.">
            <a:extLst>
              <a:ext uri="{FF2B5EF4-FFF2-40B4-BE49-F238E27FC236}">
                <a16:creationId xmlns:a16="http://schemas.microsoft.com/office/drawing/2014/main" id="{0F2662FA-24D9-1FA5-7574-B8EF1785DCFE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11203200" y="6415200"/>
            <a:ext cx="648000" cy="20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364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126" rtl="0" eaLnBrk="1" latinLnBrk="0" hangingPunct="1">
        <a:lnSpc>
          <a:spcPct val="100000"/>
        </a:lnSpc>
        <a:spcBef>
          <a:spcPct val="0"/>
        </a:spcBef>
        <a:buNone/>
        <a:defRPr sz="3399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9946" indent="-179946" algn="l" defTabSz="914126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Fira Sans" panose="020B0503050000020004" pitchFamily="34" charset="0"/>
        <a:buChar char="&gt;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59892" indent="-179946" algn="l" defTabSz="914126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Fira Sans" panose="020B05030500000200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9838" indent="-179946" algn="l" defTabSz="914126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9784" indent="-179946" algn="l" defTabSz="914126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126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Font typeface="Symbol" panose="05050102010706020507" pitchFamily="18" charset="2"/>
        <a:buNone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914126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Tx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143957" indent="-143957" algn="l" defTabSz="914126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Fira Sans" panose="020B0503050000020004" pitchFamily="34" charset="0"/>
        <a:buChar char="&gt;"/>
        <a:defRPr sz="10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287914" indent="-143957" algn="l" defTabSz="914126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Fira Sans" panose="020B0503050000020004" pitchFamily="34" charset="0"/>
        <a:buChar char="&gt;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431870" indent="-143957" algn="l" defTabSz="914126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Symbol" panose="05050102010706020507" pitchFamily="18" charset="2"/>
        <a:buChar char="-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C8CB1-7E4A-9A13-F1BA-39EE943B4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63F303-287B-D489-F9A7-325A6BBFD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599" dirty="0">
                <a:solidFill>
                  <a:schemeClr val="accent6"/>
                </a:solidFill>
                <a:latin typeface="Fira Sans Condensed"/>
              </a:rPr>
              <a:t>Ergebnispräsentation Gruppe Alpha - VNB</a:t>
            </a:r>
            <a:br>
              <a:rPr lang="de-DE" dirty="0">
                <a:solidFill>
                  <a:schemeClr val="accent6"/>
                </a:solidFill>
                <a:latin typeface="Fira Sans Condensed"/>
              </a:rPr>
            </a:br>
            <a:endParaRPr lang="de-DE" noProof="0" dirty="0">
              <a:solidFill>
                <a:schemeClr val="accent6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F43A728-EA8F-3C3F-3EA9-15B449D66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025"/>
            <a:fld id="{8FF9B0DE-3FEB-4AA0-B465-B80EF7C1333D}" type="slidenum">
              <a:rPr lang="de-DE">
                <a:solidFill>
                  <a:srgbClr val="006EC7"/>
                </a:solidFill>
                <a:latin typeface="Fira Sans"/>
              </a:rPr>
              <a:pPr defTabSz="914025"/>
              <a:t>1</a:t>
            </a:fld>
            <a:endParaRPr lang="de-DE">
              <a:solidFill>
                <a:srgbClr val="006EC7"/>
              </a:solidFill>
              <a:latin typeface="Fira San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658D13D-E51C-993C-32FD-2B2AFDBC2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25"/>
            <a:r>
              <a:rPr lang="de-DE">
                <a:solidFill>
                  <a:srgbClr val="006EC7"/>
                </a:solidFill>
                <a:latin typeface="Fira Sans"/>
              </a:rPr>
              <a:t>Produktmanagement | adesso business consulting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A835F120-2E0F-B5DD-286E-ACA2E607F0F2}"/>
              </a:ext>
            </a:extLst>
          </p:cNvPr>
          <p:cNvSpPr/>
          <p:nvPr/>
        </p:nvSpPr>
        <p:spPr>
          <a:xfrm>
            <a:off x="6654329" y="1647837"/>
            <a:ext cx="3607462" cy="657774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prstClr val="white"/>
              </a:buClr>
            </a:pPr>
            <a:r>
              <a:rPr lang="de-DE" sz="1500" dirty="0">
                <a:solidFill>
                  <a:prstClr val="white"/>
                </a:solidFill>
                <a:latin typeface="Fira Sans"/>
              </a:rPr>
              <a:t>Benett</a:t>
            </a:r>
            <a:endParaRPr lang="en-DE" sz="1500" dirty="0">
              <a:solidFill>
                <a:prstClr val="white"/>
              </a:solidFill>
              <a:latin typeface="Fira Sans"/>
            </a:endParaRPr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F2C105AE-2224-5D8F-95C4-C4F856559A1F}"/>
              </a:ext>
            </a:extLst>
          </p:cNvPr>
          <p:cNvSpPr/>
          <p:nvPr/>
        </p:nvSpPr>
        <p:spPr>
          <a:xfrm>
            <a:off x="929322" y="1647837"/>
            <a:ext cx="3223034" cy="657774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prstClr val="white"/>
              </a:buClr>
            </a:pPr>
            <a:r>
              <a:rPr lang="de-DE" sz="1500">
                <a:solidFill>
                  <a:prstClr val="white"/>
                </a:solidFill>
                <a:latin typeface="Fira Sans"/>
              </a:rPr>
              <a:t>Architektur</a:t>
            </a:r>
            <a:endParaRPr lang="en-DE" sz="1500" dirty="0">
              <a:solidFill>
                <a:prstClr val="white"/>
              </a:solidFill>
              <a:latin typeface="Fira Sans"/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EF7225F4-E9B1-6B7B-EA74-0B48916FD240}"/>
              </a:ext>
            </a:extLst>
          </p:cNvPr>
          <p:cNvSpPr/>
          <p:nvPr/>
        </p:nvSpPr>
        <p:spPr>
          <a:xfrm>
            <a:off x="4310065" y="1647837"/>
            <a:ext cx="2186555" cy="657774"/>
          </a:xfrm>
          <a:prstGeom prst="round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prstClr val="white"/>
              </a:buClr>
            </a:pPr>
            <a:r>
              <a:rPr lang="de-DE" sz="1500" dirty="0">
                <a:solidFill>
                  <a:prstClr val="white"/>
                </a:solidFill>
                <a:latin typeface="Fira Sans"/>
              </a:rPr>
              <a:t>5 Minuten</a:t>
            </a:r>
            <a:endParaRPr lang="en-DE" sz="1500" dirty="0">
              <a:solidFill>
                <a:prstClr val="white"/>
              </a:solidFill>
              <a:latin typeface="Fira Sans"/>
            </a:endParaRP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8F4B21EE-6A9B-6A30-70A4-B3AF256ABAC0}"/>
              </a:ext>
            </a:extLst>
          </p:cNvPr>
          <p:cNvSpPr/>
          <p:nvPr/>
        </p:nvSpPr>
        <p:spPr>
          <a:xfrm>
            <a:off x="6654329" y="2634170"/>
            <a:ext cx="3607462" cy="657774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prstClr val="white"/>
              </a:buClr>
            </a:pPr>
            <a:r>
              <a:rPr lang="de-DE" sz="1500" dirty="0">
                <a:solidFill>
                  <a:prstClr val="white"/>
                </a:solidFill>
                <a:latin typeface="Fira Sans"/>
              </a:rPr>
              <a:t>Efi und Senha</a:t>
            </a:r>
            <a:endParaRPr lang="en-DE" sz="1500" dirty="0">
              <a:solidFill>
                <a:prstClr val="white"/>
              </a:solidFill>
              <a:latin typeface="Fira Sans"/>
            </a:endParaRP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99F90FA-A544-3410-8059-3F86853DF9BC}"/>
              </a:ext>
            </a:extLst>
          </p:cNvPr>
          <p:cNvSpPr/>
          <p:nvPr/>
        </p:nvSpPr>
        <p:spPr>
          <a:xfrm>
            <a:off x="929322" y="2634170"/>
            <a:ext cx="3223034" cy="657774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prstClr val="white"/>
              </a:buClr>
            </a:pPr>
            <a:r>
              <a:rPr lang="de-DE" sz="1500" dirty="0">
                <a:solidFill>
                  <a:prstClr val="white"/>
                </a:solidFill>
                <a:latin typeface="Fira Sans"/>
              </a:rPr>
              <a:t>App: </a:t>
            </a:r>
            <a:r>
              <a:rPr lang="de-DE" sz="1500" dirty="0" err="1">
                <a:solidFill>
                  <a:prstClr val="white"/>
                </a:solidFill>
                <a:latin typeface="Fira Sans"/>
              </a:rPr>
              <a:t>Konstruktanmeldung</a:t>
            </a:r>
            <a:r>
              <a:rPr lang="de-DE" sz="1500" dirty="0">
                <a:solidFill>
                  <a:prstClr val="white"/>
                </a:solidFill>
                <a:latin typeface="Fira Sans"/>
              </a:rPr>
              <a:t> und Datenprüfung</a:t>
            </a:r>
            <a:endParaRPr lang="en-DE" sz="1500" dirty="0">
              <a:solidFill>
                <a:prstClr val="white"/>
              </a:solidFill>
              <a:latin typeface="Fira Sans"/>
            </a:endParaRP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9C518330-7BCD-8F9E-FF22-BE1142187E1F}"/>
              </a:ext>
            </a:extLst>
          </p:cNvPr>
          <p:cNvSpPr/>
          <p:nvPr/>
        </p:nvSpPr>
        <p:spPr>
          <a:xfrm>
            <a:off x="4310065" y="2634170"/>
            <a:ext cx="2186555" cy="657774"/>
          </a:xfrm>
          <a:prstGeom prst="round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prstClr val="white"/>
              </a:buClr>
            </a:pPr>
            <a:r>
              <a:rPr lang="de-DE" sz="1500" dirty="0">
                <a:solidFill>
                  <a:prstClr val="white"/>
                </a:solidFill>
                <a:latin typeface="Fira Sans"/>
              </a:rPr>
              <a:t>10 Minuten</a:t>
            </a:r>
            <a:endParaRPr lang="en-DE" sz="1500" dirty="0">
              <a:solidFill>
                <a:prstClr val="white"/>
              </a:solidFill>
              <a:latin typeface="Fira Sans"/>
            </a:endParaRP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8811187F-4ED2-9F53-83EC-7BE8A4F7CF1C}"/>
              </a:ext>
            </a:extLst>
          </p:cNvPr>
          <p:cNvSpPr/>
          <p:nvPr/>
        </p:nvSpPr>
        <p:spPr>
          <a:xfrm>
            <a:off x="6654329" y="3630893"/>
            <a:ext cx="3607462" cy="657774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prstClr val="white"/>
              </a:buClr>
            </a:pPr>
            <a:r>
              <a:rPr lang="de-DE" sz="1500" dirty="0">
                <a:solidFill>
                  <a:prstClr val="white"/>
                </a:solidFill>
                <a:latin typeface="Fira Sans"/>
              </a:rPr>
              <a:t>Benett und Long</a:t>
            </a:r>
            <a:endParaRPr lang="en-DE" sz="1500" dirty="0">
              <a:solidFill>
                <a:prstClr val="white"/>
              </a:solidFill>
              <a:latin typeface="Fira Sans"/>
            </a:endParaRPr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23B62B38-D838-CA1F-2792-CB07200D32AE}"/>
              </a:ext>
            </a:extLst>
          </p:cNvPr>
          <p:cNvSpPr/>
          <p:nvPr/>
        </p:nvSpPr>
        <p:spPr>
          <a:xfrm>
            <a:off x="929322" y="3630893"/>
            <a:ext cx="3223034" cy="657774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prstClr val="white"/>
              </a:buClr>
            </a:pPr>
            <a:r>
              <a:rPr lang="de-DE" sz="1500" dirty="0">
                <a:solidFill>
                  <a:prstClr val="white"/>
                </a:solidFill>
                <a:latin typeface="Fira Sans"/>
              </a:rPr>
              <a:t>App: Konstrukt-Übersicht</a:t>
            </a:r>
            <a:endParaRPr lang="en-DE" sz="1500" dirty="0">
              <a:solidFill>
                <a:prstClr val="white"/>
              </a:solidFill>
              <a:latin typeface="Fira Sans"/>
            </a:endParaRP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44262BA4-D6EF-8902-056C-DDF3A5302B1E}"/>
              </a:ext>
            </a:extLst>
          </p:cNvPr>
          <p:cNvSpPr/>
          <p:nvPr/>
        </p:nvSpPr>
        <p:spPr>
          <a:xfrm>
            <a:off x="4310065" y="3630893"/>
            <a:ext cx="2186555" cy="657774"/>
          </a:xfrm>
          <a:prstGeom prst="round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prstClr val="white"/>
              </a:buClr>
            </a:pPr>
            <a:r>
              <a:rPr lang="de-DE" sz="1500" dirty="0">
                <a:solidFill>
                  <a:prstClr val="white"/>
                </a:solidFill>
                <a:latin typeface="Fira Sans"/>
              </a:rPr>
              <a:t>10 Minuten</a:t>
            </a:r>
            <a:endParaRPr lang="en-DE" sz="1500" dirty="0">
              <a:solidFill>
                <a:prstClr val="white"/>
              </a:solidFill>
              <a:latin typeface="Fira Sans"/>
            </a:endParaRPr>
          </a:p>
        </p:txBody>
      </p:sp>
      <p:sp>
        <p:nvSpPr>
          <p:cNvPr id="38" name="Rechteck: abgerundete Ecken 37">
            <a:extLst>
              <a:ext uri="{FF2B5EF4-FFF2-40B4-BE49-F238E27FC236}">
                <a16:creationId xmlns:a16="http://schemas.microsoft.com/office/drawing/2014/main" id="{16D55E80-7F40-A114-690E-3204B8BF8BA0}"/>
              </a:ext>
            </a:extLst>
          </p:cNvPr>
          <p:cNvSpPr/>
          <p:nvPr/>
        </p:nvSpPr>
        <p:spPr>
          <a:xfrm>
            <a:off x="6654329" y="4617226"/>
            <a:ext cx="3607462" cy="657774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prstClr val="white"/>
              </a:buClr>
            </a:pPr>
            <a:r>
              <a:rPr lang="de-DE" sz="1500" dirty="0">
                <a:solidFill>
                  <a:prstClr val="white"/>
                </a:solidFill>
                <a:latin typeface="Fira Sans"/>
              </a:rPr>
              <a:t>Arta</a:t>
            </a:r>
            <a:endParaRPr lang="en-DE" sz="1500" dirty="0">
              <a:solidFill>
                <a:prstClr val="white"/>
              </a:solidFill>
              <a:latin typeface="Fira Sans"/>
            </a:endParaRP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9B169BCF-F8A9-970E-7EC1-478CD7C485D9}"/>
              </a:ext>
            </a:extLst>
          </p:cNvPr>
          <p:cNvSpPr/>
          <p:nvPr/>
        </p:nvSpPr>
        <p:spPr>
          <a:xfrm>
            <a:off x="929322" y="4617226"/>
            <a:ext cx="3223034" cy="657774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prstClr val="white"/>
              </a:buClr>
            </a:pPr>
            <a:r>
              <a:rPr lang="de-DE" sz="1500" dirty="0">
                <a:solidFill>
                  <a:prstClr val="white"/>
                </a:solidFill>
                <a:latin typeface="Fira Sans"/>
              </a:rPr>
              <a:t>App: Umstellung auf ruhende Malo</a:t>
            </a:r>
            <a:endParaRPr lang="en-DE" sz="1500" dirty="0">
              <a:solidFill>
                <a:prstClr val="white"/>
              </a:solidFill>
              <a:latin typeface="Fira Sans"/>
            </a:endParaRPr>
          </a:p>
        </p:txBody>
      </p: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8ECF2393-95FB-B49B-FDF3-7137E3D2D840}"/>
              </a:ext>
            </a:extLst>
          </p:cNvPr>
          <p:cNvSpPr/>
          <p:nvPr/>
        </p:nvSpPr>
        <p:spPr>
          <a:xfrm>
            <a:off x="4310065" y="4617226"/>
            <a:ext cx="2186555" cy="657774"/>
          </a:xfrm>
          <a:prstGeom prst="round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buClr>
                <a:prstClr val="white"/>
              </a:buClr>
            </a:pPr>
            <a:r>
              <a:rPr lang="de-DE" sz="1500" dirty="0">
                <a:solidFill>
                  <a:prstClr val="white"/>
                </a:solidFill>
                <a:latin typeface="Fira Sans"/>
              </a:rPr>
              <a:t>5 Minuten</a:t>
            </a:r>
            <a:endParaRPr lang="en-DE" sz="1500" dirty="0">
              <a:solidFill>
                <a:prstClr val="white"/>
              </a:solidFill>
              <a:latin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38054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VOID_BLANK_LAYOUT" val="True"/>
  <p:tag name="MIO_CD_LAYOUT_VALID_AREA" val="False"/>
  <p:tag name="MIO_CDID" val="c0b04152-903e-4af2-8f8a-1760ef7d6620"/>
  <p:tag name="MIO_CONTENTTAG" val="kFN1X3SqpkSz1UVkpzROBA=="/>
  <p:tag name="MIO_DBID" val="0F45B44C-9BC7-4D85-81C4-7155EE70A7B9"/>
  <p:tag name="MIO_EKGUID" val="f9298712-b361-4a2f-a52b-30be9705eb50"/>
  <p:tag name="MIO_EMBED_FONT" val="False"/>
  <p:tag name="MIO_FALLBACK_LAYOUT" val="1"/>
  <p:tag name="MIO_HDS" val="True"/>
  <p:tag name="MIO_LASTDOWNLOADED" val="23.04.2026 10:11:22.372"/>
  <p:tag name="MIO_MATCH_COLOR_SCHEME" val="False"/>
  <p:tag name="MIO_NUMBER_OF_VALID_LAYOUTS" val="35"/>
  <p:tag name="MIO_OBJECTNAME" val="adesso Master"/>
  <p:tag name="MIO_SHOW_DATE" val="False"/>
  <p:tag name="MIO_SHOW_FOOTER" val="False"/>
  <p:tag name="MIO_SHOW_PAGENUMBER" val="False"/>
  <p:tag name="MIO_SKIPVERSION" val="01.01.0001 00:00:00"/>
  <p:tag name="MIO_UPDATE" val="True"/>
  <p:tag name="MIO_VERSION" val="10.02.2026 07:46:0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adesso Master">
  <a:themeElements>
    <a:clrScheme name="Grü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desso1">
      <a:majorFont>
        <a:latin typeface="Fira Sans Condensed"/>
        <a:ea typeface=""/>
        <a:cs typeface=""/>
      </a:majorFont>
      <a:minorFont>
        <a:latin typeface="Fir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12700">
          <a:noFill/>
        </a:ln>
      </a:spPr>
      <a:bodyPr rtlCol="0" anchor="ctr"/>
      <a:lstStyle>
        <a:defPPr algn="l">
          <a:buClr>
            <a:schemeClr val="bg1"/>
          </a:buClr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/>
        </a:defPPr>
      </a:lstStyle>
    </a:txDef>
  </a:objectDefaults>
  <a:extraClrSchemeLst/>
  <a:custClrLst>
    <a:custClr name="adesso-grey">
      <a:srgbClr val="887D75"/>
    </a:custClr>
    <a:custClr name="adesso-grey 70%">
      <a:srgbClr val="ACA49E"/>
    </a:custClr>
    <a:custClr name="adesso-grey 40%">
      <a:srgbClr val="CFCBC8"/>
    </a:custClr>
    <a:custClr name="adesso-grey 20%">
      <a:srgbClr val="E7E5E3"/>
    </a:custClr>
    <a:custClr>
      <a:srgbClr val="FFFFFF"/>
    </a:custClr>
    <a:custClr>
      <a:srgbClr val="FFFFFF"/>
    </a:custClr>
    <a:custClr>
      <a:srgbClr val="FFFFFF"/>
    </a:custClr>
    <a:custClr name="Traffic light red">
      <a:srgbClr val="EE0000"/>
    </a:custClr>
    <a:custClr name="Traffic light yellow">
      <a:srgbClr val="FFC000"/>
    </a:custClr>
    <a:custClr name="Traffic light green">
      <a:srgbClr val="76C800"/>
    </a:custClr>
    <a:custClr name="Turkis">
      <a:srgbClr val="28DCAA"/>
    </a:custClr>
    <a:custClr name="Turkis 70%">
      <a:srgbClr val="69E7C4"/>
    </a:custClr>
    <a:custClr name="Türkis 40%">
      <a:srgbClr val="A9F1DD"/>
    </a:custClr>
    <a:custClr name="Türkis 20%">
      <a:srgbClr val="D4F8EE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Violet">
      <a:srgbClr val="461EBE"/>
    </a:custClr>
    <a:custClr name="Violet 70%">
      <a:srgbClr val="7D61D2"/>
    </a:custClr>
    <a:custClr name="Violet 40%">
      <a:srgbClr val="B5A5E5"/>
    </a:custClr>
    <a:custClr name="Violet 20%">
      <a:srgbClr val="DAD2F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Pink">
      <a:srgbClr val="F566BA"/>
    </a:custClr>
    <a:custClr name="Pink 70%">
      <a:srgbClr val="F894CF"/>
    </a:custClr>
    <a:custClr name="Pink 40%">
      <a:srgbClr val="FBC2E3"/>
    </a:custClr>
    <a:custClr name="Pink 20%">
      <a:srgbClr val="FDE0F1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Orange">
      <a:srgbClr val="FF9868"/>
    </a:custClr>
    <a:custClr name="Orange 70%">
      <a:srgbClr val="FFB795"/>
    </a:custClr>
    <a:custClr name="Orange 40%">
      <a:srgbClr val="FFD6C3"/>
    </a:custClr>
    <a:custClr name="Orange 20%">
      <a:srgbClr val="FFEAE1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Präsentation3" id="{F9C75CAA-8F83-48BC-9A91-3310CA083F01}" vid="{661E190E-FF10-4413-9401-8BD2150BBF7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Breitbild</PresentationFormat>
  <Paragraphs>15</Paragraphs>
  <Slides>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Fira Sans</vt:lpstr>
      <vt:lpstr>Fira Sans Condensed</vt:lpstr>
      <vt:lpstr>Symbol</vt:lpstr>
      <vt:lpstr>1_adesso Master</vt:lpstr>
      <vt:lpstr>think-cell Folie</vt:lpstr>
      <vt:lpstr>Ergebnispräsentation Gruppe Alpha - VNB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Meyer</dc:creator>
  <cp:lastModifiedBy>Florian Meyer</cp:lastModifiedBy>
  <cp:revision>1</cp:revision>
  <dcterms:created xsi:type="dcterms:W3CDTF">2026-10-16T12:28:20Z</dcterms:created>
  <dcterms:modified xsi:type="dcterms:W3CDTF">2026-10-16T12:28:37Z</dcterms:modified>
</cp:coreProperties>
</file>