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9" r:id="rId4"/>
    <p:sldMasterId id="2147483801" r:id="rId5"/>
    <p:sldMasterId id="2147483952" r:id="rId6"/>
  </p:sldMasterIdLst>
  <p:notesMasterIdLst>
    <p:notesMasterId r:id="rId13"/>
  </p:notesMasterIdLst>
  <p:handoutMasterIdLst>
    <p:handoutMasterId r:id="rId14"/>
  </p:handoutMasterIdLst>
  <p:sldIdLst>
    <p:sldId id="2147483627" r:id="rId7"/>
    <p:sldId id="2147483624" r:id="rId8"/>
    <p:sldId id="2147483647" r:id="rId9"/>
    <p:sldId id="2147483631" r:id="rId10"/>
    <p:sldId id="2147483629" r:id="rId11"/>
    <p:sldId id="256" r:id="rId12"/>
  </p:sldIdLst>
  <p:sldSz cx="12195175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1230">
          <p15:clr>
            <a:srgbClr val="A4A3A4"/>
          </p15:clr>
        </p15:guide>
        <p15:guide id="3" pos="462">
          <p15:clr>
            <a:srgbClr val="A4A3A4"/>
          </p15:clr>
        </p15:guide>
        <p15:guide id="4" pos="7220">
          <p15:clr>
            <a:srgbClr val="A4A3A4"/>
          </p15:clr>
        </p15:guide>
        <p15:guide id="5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354519-D540-8E11-6171-DACA09EB4ECE}" name="Jana Beckenbauer" initials="JB" userId="S::jana.beckenbauer@adesso-group.com::62c5dbb8-61a6-4c9b-812b-771d4c616caf" providerId="AD"/>
  <p188:author id="{DAAC7D94-4311-9862-3D35-288A6F6BEFB0}" name="Erik Wlochal" initials="EW" userId="S::erik.wlochal@adesso-group.com::200ffdb2-4989-4262-9af9-5182c67210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464646"/>
    <a:srgbClr val="FCECE7"/>
    <a:srgbClr val="40BFF0"/>
    <a:srgbClr val="FF4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3269D1-0588-4D23-814E-16710077E888}" v="124" dt="2026-10-07T06:43:48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ittlere Formatvorlage 3 - 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3748"/>
        <p:guide orient="horz" pos="1230"/>
        <p:guide pos="462"/>
        <p:guide pos="722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5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a Beckenbauer" userId="62c5dbb8-61a6-4c9b-812b-771d4c616caf" providerId="ADAL" clId="{A182CC4B-4631-486F-83C9-33969C88D53E}"/>
    <pc:docChg chg="custSel addSld modSld">
      <pc:chgData name="Jana Beckenbauer" userId="62c5dbb8-61a6-4c9b-812b-771d4c616caf" providerId="ADAL" clId="{A182CC4B-4631-486F-83C9-33969C88D53E}" dt="2026-09-24T13:38:02.567" v="112" actId="6549"/>
      <pc:docMkLst>
        <pc:docMk/>
      </pc:docMkLst>
      <pc:sldChg chg="delSp add mod">
        <pc:chgData name="Jana Beckenbauer" userId="62c5dbb8-61a6-4c9b-812b-771d4c616caf" providerId="ADAL" clId="{A182CC4B-4631-486F-83C9-33969C88D53E}" dt="2026-09-24T11:43:22.567" v="15" actId="478"/>
        <pc:sldMkLst>
          <pc:docMk/>
          <pc:sldMk cId="234463143" sldId="258"/>
        </pc:sldMkLst>
        <pc:spChg chg="del">
          <ac:chgData name="Jana Beckenbauer" userId="62c5dbb8-61a6-4c9b-812b-771d4c616caf" providerId="ADAL" clId="{A182CC4B-4631-486F-83C9-33969C88D53E}" dt="2026-09-24T11:43:22.567" v="15" actId="478"/>
          <ac:spMkLst>
            <pc:docMk/>
            <pc:sldMk cId="234463143" sldId="258"/>
            <ac:spMk id="4" creationId="{99E4D8BF-DF5C-3BEF-2E3A-D45EE8D6156A}"/>
          </ac:spMkLst>
        </pc:spChg>
        <pc:spChg chg="del">
          <ac:chgData name="Jana Beckenbauer" userId="62c5dbb8-61a6-4c9b-812b-771d4c616caf" providerId="ADAL" clId="{A182CC4B-4631-486F-83C9-33969C88D53E}" dt="2026-09-24T11:43:22.567" v="15" actId="478"/>
          <ac:spMkLst>
            <pc:docMk/>
            <pc:sldMk cId="234463143" sldId="258"/>
            <ac:spMk id="5" creationId="{487FC815-911F-1C74-7C09-76B1FF0BEF68}"/>
          </ac:spMkLst>
        </pc:spChg>
        <pc:spChg chg="del">
          <ac:chgData name="Jana Beckenbauer" userId="62c5dbb8-61a6-4c9b-812b-771d4c616caf" providerId="ADAL" clId="{A182CC4B-4631-486F-83C9-33969C88D53E}" dt="2026-09-24T11:43:22.567" v="15" actId="478"/>
          <ac:spMkLst>
            <pc:docMk/>
            <pc:sldMk cId="234463143" sldId="258"/>
            <ac:spMk id="6" creationId="{D81AAD3A-4099-CBD7-A8F2-CAC48F761129}"/>
          </ac:spMkLst>
        </pc:spChg>
      </pc:sldChg>
      <pc:sldChg chg="delSp modSp add mod">
        <pc:chgData name="Jana Beckenbauer" userId="62c5dbb8-61a6-4c9b-812b-771d4c616caf" providerId="ADAL" clId="{A182CC4B-4631-486F-83C9-33969C88D53E}" dt="2026-09-24T12:20:40.277" v="111" actId="20577"/>
        <pc:sldMkLst>
          <pc:docMk/>
          <pc:sldMk cId="2146693696" sldId="259"/>
        </pc:sldMkLst>
        <pc:spChg chg="del">
          <ac:chgData name="Jana Beckenbauer" userId="62c5dbb8-61a6-4c9b-812b-771d4c616caf" providerId="ADAL" clId="{A182CC4B-4631-486F-83C9-33969C88D53E}" dt="2026-09-24T11:43:25.453" v="16" actId="478"/>
          <ac:spMkLst>
            <pc:docMk/>
            <pc:sldMk cId="2146693696" sldId="259"/>
            <ac:spMk id="3" creationId="{E9BB9AB5-0EF2-F2D9-6718-0C9F1B7A7CBC}"/>
          </ac:spMkLst>
        </pc:spChg>
        <pc:spChg chg="del">
          <ac:chgData name="Jana Beckenbauer" userId="62c5dbb8-61a6-4c9b-812b-771d4c616caf" providerId="ADAL" clId="{A182CC4B-4631-486F-83C9-33969C88D53E}" dt="2026-09-24T11:43:25.453" v="16" actId="478"/>
          <ac:spMkLst>
            <pc:docMk/>
            <pc:sldMk cId="2146693696" sldId="259"/>
            <ac:spMk id="4" creationId="{69B88582-B368-0F5D-483B-4B3E211746EB}"/>
          </ac:spMkLst>
        </pc:spChg>
        <pc:spChg chg="del">
          <ac:chgData name="Jana Beckenbauer" userId="62c5dbb8-61a6-4c9b-812b-771d4c616caf" providerId="ADAL" clId="{A182CC4B-4631-486F-83C9-33969C88D53E}" dt="2026-09-24T11:43:25.453" v="16" actId="478"/>
          <ac:spMkLst>
            <pc:docMk/>
            <pc:sldMk cId="2146693696" sldId="259"/>
            <ac:spMk id="7" creationId="{63AE025C-D495-5AEC-8D2C-5E1E9077E853}"/>
          </ac:spMkLst>
        </pc:spChg>
        <pc:spChg chg="mod">
          <ac:chgData name="Jana Beckenbauer" userId="62c5dbb8-61a6-4c9b-812b-771d4c616caf" providerId="ADAL" clId="{A182CC4B-4631-486F-83C9-33969C88D53E}" dt="2026-09-24T12:20:40.277" v="111" actId="20577"/>
          <ac:spMkLst>
            <pc:docMk/>
            <pc:sldMk cId="2146693696" sldId="259"/>
            <ac:spMk id="22" creationId="{56F68EDE-A255-F558-5A28-08D5F63B6062}"/>
          </ac:spMkLst>
        </pc:spChg>
      </pc:sldChg>
      <pc:sldChg chg="addSp delSp modSp add mod">
        <pc:chgData name="Jana Beckenbauer" userId="62c5dbb8-61a6-4c9b-812b-771d4c616caf" providerId="ADAL" clId="{A182CC4B-4631-486F-83C9-33969C88D53E}" dt="2026-09-24T11:45:11.268" v="28" actId="1076"/>
        <pc:sldMkLst>
          <pc:docMk/>
          <pc:sldMk cId="65937892" sldId="263"/>
        </pc:sldMkLst>
        <pc:spChg chg="del">
          <ac:chgData name="Jana Beckenbauer" userId="62c5dbb8-61a6-4c9b-812b-771d4c616caf" providerId="ADAL" clId="{A182CC4B-4631-486F-83C9-33969C88D53E}" dt="2026-09-24T11:43:14.371" v="11" actId="478"/>
          <ac:spMkLst>
            <pc:docMk/>
            <pc:sldMk cId="65937892" sldId="263"/>
            <ac:spMk id="4" creationId="{398C5FD2-512A-C8D4-B1BF-749F230476A5}"/>
          </ac:spMkLst>
        </pc:spChg>
        <pc:spChg chg="del">
          <ac:chgData name="Jana Beckenbauer" userId="62c5dbb8-61a6-4c9b-812b-771d4c616caf" providerId="ADAL" clId="{A182CC4B-4631-486F-83C9-33969C88D53E}" dt="2026-09-24T11:43:14.371" v="11" actId="478"/>
          <ac:spMkLst>
            <pc:docMk/>
            <pc:sldMk cId="65937892" sldId="263"/>
            <ac:spMk id="5" creationId="{F54E114F-3F83-A844-F2E0-191223C8BC9F}"/>
          </ac:spMkLst>
        </pc:spChg>
        <pc:spChg chg="del">
          <ac:chgData name="Jana Beckenbauer" userId="62c5dbb8-61a6-4c9b-812b-771d4c616caf" providerId="ADAL" clId="{A182CC4B-4631-486F-83C9-33969C88D53E}" dt="2026-09-24T11:43:14.371" v="11" actId="478"/>
          <ac:spMkLst>
            <pc:docMk/>
            <pc:sldMk cId="65937892" sldId="263"/>
            <ac:spMk id="6" creationId="{C2E6223F-24EC-46A2-2D80-F9BB1E22428D}"/>
          </ac:spMkLst>
        </pc:spChg>
        <pc:spChg chg="add mod">
          <ac:chgData name="Jana Beckenbauer" userId="62c5dbb8-61a6-4c9b-812b-771d4c616caf" providerId="ADAL" clId="{A182CC4B-4631-486F-83C9-33969C88D53E}" dt="2026-09-24T11:43:16.865" v="13"/>
          <ac:spMkLst>
            <pc:docMk/>
            <pc:sldMk cId="65937892" sldId="263"/>
            <ac:spMk id="7" creationId="{04CE765D-7DC8-7989-1F3B-6FE12752626B}"/>
          </ac:spMkLst>
        </pc:spChg>
        <pc:spChg chg="add mod">
          <ac:chgData name="Jana Beckenbauer" userId="62c5dbb8-61a6-4c9b-812b-771d4c616caf" providerId="ADAL" clId="{A182CC4B-4631-486F-83C9-33969C88D53E}" dt="2026-09-24T11:43:16.865" v="13"/>
          <ac:spMkLst>
            <pc:docMk/>
            <pc:sldMk cId="65937892" sldId="263"/>
            <ac:spMk id="9" creationId="{E910279A-29B9-9578-C6CA-2072EF5F53C8}"/>
          </ac:spMkLst>
        </pc:spChg>
        <pc:spChg chg="mod">
          <ac:chgData name="Jana Beckenbauer" userId="62c5dbb8-61a6-4c9b-812b-771d4c616caf" providerId="ADAL" clId="{A182CC4B-4631-486F-83C9-33969C88D53E}" dt="2026-09-24T11:44:15.197" v="21" actId="1076"/>
          <ac:spMkLst>
            <pc:docMk/>
            <pc:sldMk cId="65937892" sldId="263"/>
            <ac:spMk id="10" creationId="{D4F4F97C-B2D3-E2A4-C06F-3B8B5DC2C137}"/>
          </ac:spMkLst>
        </pc:spChg>
        <pc:spChg chg="add mod">
          <ac:chgData name="Jana Beckenbauer" userId="62c5dbb8-61a6-4c9b-812b-771d4c616caf" providerId="ADAL" clId="{A182CC4B-4631-486F-83C9-33969C88D53E}" dt="2026-09-24T11:43:16.865" v="13"/>
          <ac:spMkLst>
            <pc:docMk/>
            <pc:sldMk cId="65937892" sldId="263"/>
            <ac:spMk id="11" creationId="{59C554DD-8817-7394-39E1-BC469BC2C03A}"/>
          </ac:spMkLst>
        </pc:spChg>
        <pc:spChg chg="mod">
          <ac:chgData name="Jana Beckenbauer" userId="62c5dbb8-61a6-4c9b-812b-771d4c616caf" providerId="ADAL" clId="{A182CC4B-4631-486F-83C9-33969C88D53E}" dt="2026-09-24T11:44:15.197" v="21" actId="1076"/>
          <ac:spMkLst>
            <pc:docMk/>
            <pc:sldMk cId="65937892" sldId="263"/>
            <ac:spMk id="12" creationId="{2E28737B-C0E5-3EDB-8FBF-339DEE12A8E8}"/>
          </ac:spMkLst>
        </pc:spChg>
        <pc:spChg chg="mod">
          <ac:chgData name="Jana Beckenbauer" userId="62c5dbb8-61a6-4c9b-812b-771d4c616caf" providerId="ADAL" clId="{A182CC4B-4631-486F-83C9-33969C88D53E}" dt="2026-09-24T11:44:57.100" v="26" actId="554"/>
          <ac:spMkLst>
            <pc:docMk/>
            <pc:sldMk cId="65937892" sldId="263"/>
            <ac:spMk id="14" creationId="{13F4A5B5-A187-DD3E-A338-D3C7D24909D0}"/>
          </ac:spMkLst>
        </pc:spChg>
        <pc:spChg chg="mod">
          <ac:chgData name="Jana Beckenbauer" userId="62c5dbb8-61a6-4c9b-812b-771d4c616caf" providerId="ADAL" clId="{A182CC4B-4631-486F-83C9-33969C88D53E}" dt="2026-09-24T11:45:11.268" v="28" actId="1076"/>
          <ac:spMkLst>
            <pc:docMk/>
            <pc:sldMk cId="65937892" sldId="263"/>
            <ac:spMk id="20" creationId="{E75767CD-DE52-79B8-7C3F-C7212DB8E520}"/>
          </ac:spMkLst>
        </pc:spChg>
        <pc:spChg chg="mod">
          <ac:chgData name="Jana Beckenbauer" userId="62c5dbb8-61a6-4c9b-812b-771d4c616caf" providerId="ADAL" clId="{A182CC4B-4631-486F-83C9-33969C88D53E}" dt="2026-09-24T11:45:11.268" v="28" actId="1076"/>
          <ac:spMkLst>
            <pc:docMk/>
            <pc:sldMk cId="65937892" sldId="263"/>
            <ac:spMk id="22" creationId="{41EDE796-9C4D-2BB3-CAFC-329DE5E7DA12}"/>
          </ac:spMkLst>
        </pc:spChg>
        <pc:spChg chg="mod">
          <ac:chgData name="Jana Beckenbauer" userId="62c5dbb8-61a6-4c9b-812b-771d4c616caf" providerId="ADAL" clId="{A182CC4B-4631-486F-83C9-33969C88D53E}" dt="2026-09-24T11:44:57.100" v="26" actId="554"/>
          <ac:spMkLst>
            <pc:docMk/>
            <pc:sldMk cId="65937892" sldId="263"/>
            <ac:spMk id="24" creationId="{5733EC04-FB10-312C-1B75-FB731D9840C0}"/>
          </ac:spMkLst>
        </pc:spChg>
        <pc:spChg chg="mod">
          <ac:chgData name="Jana Beckenbauer" userId="62c5dbb8-61a6-4c9b-812b-771d4c616caf" providerId="ADAL" clId="{A182CC4B-4631-486F-83C9-33969C88D53E}" dt="2026-09-24T11:44:26.622" v="22" actId="1076"/>
          <ac:spMkLst>
            <pc:docMk/>
            <pc:sldMk cId="65937892" sldId="263"/>
            <ac:spMk id="30" creationId="{878F50F3-85ED-A1D6-2618-69F929917D27}"/>
          </ac:spMkLst>
        </pc:spChg>
        <pc:spChg chg="mod">
          <ac:chgData name="Jana Beckenbauer" userId="62c5dbb8-61a6-4c9b-812b-771d4c616caf" providerId="ADAL" clId="{A182CC4B-4631-486F-83C9-33969C88D53E}" dt="2026-09-24T11:44:26.622" v="22" actId="1076"/>
          <ac:spMkLst>
            <pc:docMk/>
            <pc:sldMk cId="65937892" sldId="263"/>
            <ac:spMk id="32" creationId="{7A255B01-3BD6-A7CC-E377-6E9638FD7650}"/>
          </ac:spMkLst>
        </pc:spChg>
        <pc:spChg chg="mod">
          <ac:chgData name="Jana Beckenbauer" userId="62c5dbb8-61a6-4c9b-812b-771d4c616caf" providerId="ADAL" clId="{A182CC4B-4631-486F-83C9-33969C88D53E}" dt="2026-09-24T11:45:01.516" v="27" actId="20577"/>
          <ac:spMkLst>
            <pc:docMk/>
            <pc:sldMk cId="65937892" sldId="263"/>
            <ac:spMk id="34" creationId="{872C00F9-64E2-F6CF-D16D-35237C5B89D8}"/>
          </ac:spMkLst>
        </pc:spChg>
      </pc:sldChg>
      <pc:sldChg chg="delSp modSp add mod">
        <pc:chgData name="Jana Beckenbauer" userId="62c5dbb8-61a6-4c9b-812b-771d4c616caf" providerId="ADAL" clId="{A182CC4B-4631-486F-83C9-33969C88D53E}" dt="2026-09-24T13:38:02.567" v="112" actId="6549"/>
        <pc:sldMkLst>
          <pc:docMk/>
          <pc:sldMk cId="3002505252" sldId="267"/>
        </pc:sldMkLst>
        <pc:spChg chg="mod">
          <ac:chgData name="Jana Beckenbauer" userId="62c5dbb8-61a6-4c9b-812b-771d4c616caf" providerId="ADAL" clId="{A182CC4B-4631-486F-83C9-33969C88D53E}" dt="2026-09-24T13:38:02.567" v="112" actId="6549"/>
          <ac:spMkLst>
            <pc:docMk/>
            <pc:sldMk cId="3002505252" sldId="267"/>
            <ac:spMk id="2" creationId="{A7AE885D-7B6F-1F69-6C0D-F11E616C64CE}"/>
          </ac:spMkLst>
        </pc:spChg>
        <pc:spChg chg="del">
          <ac:chgData name="Jana Beckenbauer" userId="62c5dbb8-61a6-4c9b-812b-771d4c616caf" providerId="ADAL" clId="{A182CC4B-4631-486F-83C9-33969C88D53E}" dt="2026-09-24T11:43:34.742" v="19" actId="478"/>
          <ac:spMkLst>
            <pc:docMk/>
            <pc:sldMk cId="3002505252" sldId="267"/>
            <ac:spMk id="3" creationId="{8E2DFB79-1A5B-4CA5-98A6-C7CF4111F49A}"/>
          </ac:spMkLst>
        </pc:spChg>
        <pc:spChg chg="del">
          <ac:chgData name="Jana Beckenbauer" userId="62c5dbb8-61a6-4c9b-812b-771d4c616caf" providerId="ADAL" clId="{A182CC4B-4631-486F-83C9-33969C88D53E}" dt="2026-09-24T11:43:34.742" v="19" actId="478"/>
          <ac:spMkLst>
            <pc:docMk/>
            <pc:sldMk cId="3002505252" sldId="267"/>
            <ac:spMk id="4" creationId="{95C352AB-DE50-CEDB-4523-691A23ED4515}"/>
          </ac:spMkLst>
        </pc:spChg>
        <pc:spChg chg="del">
          <ac:chgData name="Jana Beckenbauer" userId="62c5dbb8-61a6-4c9b-812b-771d4c616caf" providerId="ADAL" clId="{A182CC4B-4631-486F-83C9-33969C88D53E}" dt="2026-09-24T11:43:34.742" v="19" actId="478"/>
          <ac:spMkLst>
            <pc:docMk/>
            <pc:sldMk cId="3002505252" sldId="267"/>
            <ac:spMk id="5" creationId="{C730DAE0-9D0B-6E87-374A-FB3E6038CE02}"/>
          </ac:spMkLst>
        </pc:spChg>
        <pc:spChg chg="mod">
          <ac:chgData name="Jana Beckenbauer" userId="62c5dbb8-61a6-4c9b-812b-771d4c616caf" providerId="ADAL" clId="{A182CC4B-4631-486F-83C9-33969C88D53E}" dt="2026-09-24T12:03:53.573" v="101" actId="20577"/>
          <ac:spMkLst>
            <pc:docMk/>
            <pc:sldMk cId="3002505252" sldId="267"/>
            <ac:spMk id="77" creationId="{BDE4C905-D8DF-5191-1D79-B09357ECA121}"/>
          </ac:spMkLst>
        </pc:spChg>
        <pc:spChg chg="mod">
          <ac:chgData name="Jana Beckenbauer" userId="62c5dbb8-61a6-4c9b-812b-771d4c616caf" providerId="ADAL" clId="{A182CC4B-4631-486F-83C9-33969C88D53E}" dt="2026-09-24T12:03:29.057" v="92" actId="20577"/>
          <ac:spMkLst>
            <pc:docMk/>
            <pc:sldMk cId="3002505252" sldId="267"/>
            <ac:spMk id="99" creationId="{B4205024-8392-B92C-84EA-46CDF75330CB}"/>
          </ac:spMkLst>
        </pc:spChg>
      </pc:sldChg>
      <pc:sldChg chg="addSp delSp modSp add mod">
        <pc:chgData name="Jana Beckenbauer" userId="62c5dbb8-61a6-4c9b-812b-771d4c616caf" providerId="ADAL" clId="{A182CC4B-4631-486F-83C9-33969C88D53E}" dt="2026-09-24T11:56:09.500" v="69" actId="113"/>
        <pc:sldMkLst>
          <pc:docMk/>
          <pc:sldMk cId="2754657239" sldId="268"/>
        </pc:sldMkLst>
        <pc:spChg chg="del">
          <ac:chgData name="Jana Beckenbauer" userId="62c5dbb8-61a6-4c9b-812b-771d4c616caf" providerId="ADAL" clId="{A182CC4B-4631-486F-83C9-33969C88D53E}" dt="2026-09-24T11:43:20.049" v="14" actId="478"/>
          <ac:spMkLst>
            <pc:docMk/>
            <pc:sldMk cId="2754657239" sldId="268"/>
            <ac:spMk id="3" creationId="{FF14E55A-1F20-2E82-E9B7-FFEB337A2142}"/>
          </ac:spMkLst>
        </pc:spChg>
        <pc:spChg chg="del">
          <ac:chgData name="Jana Beckenbauer" userId="62c5dbb8-61a6-4c9b-812b-771d4c616caf" providerId="ADAL" clId="{A182CC4B-4631-486F-83C9-33969C88D53E}" dt="2026-09-24T11:43:20.049" v="14" actId="478"/>
          <ac:spMkLst>
            <pc:docMk/>
            <pc:sldMk cId="2754657239" sldId="268"/>
            <ac:spMk id="4" creationId="{E11B1C15-0F6B-66A2-2D24-58A07091C4D4}"/>
          </ac:spMkLst>
        </pc:spChg>
        <pc:spChg chg="del">
          <ac:chgData name="Jana Beckenbauer" userId="62c5dbb8-61a6-4c9b-812b-771d4c616caf" providerId="ADAL" clId="{A182CC4B-4631-486F-83C9-33969C88D53E}" dt="2026-09-24T11:43:20.049" v="14" actId="478"/>
          <ac:spMkLst>
            <pc:docMk/>
            <pc:sldMk cId="2754657239" sldId="268"/>
            <ac:spMk id="5" creationId="{17453CFA-8266-6454-AB6C-3017E6C7446A}"/>
          </ac:spMkLst>
        </pc:spChg>
        <pc:spChg chg="mod">
          <ac:chgData name="Jana Beckenbauer" userId="62c5dbb8-61a6-4c9b-812b-771d4c616caf" providerId="ADAL" clId="{A182CC4B-4631-486F-83C9-33969C88D53E}" dt="2026-09-24T11:54:12.944" v="29" actId="164"/>
          <ac:spMkLst>
            <pc:docMk/>
            <pc:sldMk cId="2754657239" sldId="268"/>
            <ac:spMk id="7" creationId="{3FC19D78-5C80-E592-4564-52C6AD7D1CDA}"/>
          </ac:spMkLst>
        </pc:spChg>
        <pc:spChg chg="mod">
          <ac:chgData name="Jana Beckenbauer" userId="62c5dbb8-61a6-4c9b-812b-771d4c616caf" providerId="ADAL" clId="{A182CC4B-4631-486F-83C9-33969C88D53E}" dt="2026-09-24T11:54:12.944" v="29" actId="164"/>
          <ac:spMkLst>
            <pc:docMk/>
            <pc:sldMk cId="2754657239" sldId="268"/>
            <ac:spMk id="8" creationId="{63E695BE-ECF9-E0A0-E79F-72FEBB067191}"/>
          </ac:spMkLst>
        </pc:spChg>
        <pc:spChg chg="mod">
          <ac:chgData name="Jana Beckenbauer" userId="62c5dbb8-61a6-4c9b-812b-771d4c616caf" providerId="ADAL" clId="{A182CC4B-4631-486F-83C9-33969C88D53E}" dt="2026-09-24T11:54:12.944" v="29" actId="164"/>
          <ac:spMkLst>
            <pc:docMk/>
            <pc:sldMk cId="2754657239" sldId="268"/>
            <ac:spMk id="9" creationId="{3F3F7A03-F5A4-C237-C5C4-593B02284C3E}"/>
          </ac:spMkLst>
        </pc:spChg>
        <pc:spChg chg="mod">
          <ac:chgData name="Jana Beckenbauer" userId="62c5dbb8-61a6-4c9b-812b-771d4c616caf" providerId="ADAL" clId="{A182CC4B-4631-486F-83C9-33969C88D53E}" dt="2026-09-24T11:55:24.190" v="67" actId="20577"/>
          <ac:spMkLst>
            <pc:docMk/>
            <pc:sldMk cId="2754657239" sldId="268"/>
            <ac:spMk id="13" creationId="{F9B45181-3185-9E8D-5C35-B83D4ACEF97F}"/>
          </ac:spMkLst>
        </pc:spChg>
        <pc:spChg chg="mod">
          <ac:chgData name="Jana Beckenbauer" userId="62c5dbb8-61a6-4c9b-812b-771d4c616caf" providerId="ADAL" clId="{A182CC4B-4631-486F-83C9-33969C88D53E}" dt="2026-09-24T11:55:31.585" v="68" actId="113"/>
          <ac:spMkLst>
            <pc:docMk/>
            <pc:sldMk cId="2754657239" sldId="268"/>
            <ac:spMk id="16" creationId="{4B53E183-B2AA-ACAE-68F8-77ADE8AB3204}"/>
          </ac:spMkLst>
        </pc:spChg>
        <pc:spChg chg="mod">
          <ac:chgData name="Jana Beckenbauer" userId="62c5dbb8-61a6-4c9b-812b-771d4c616caf" providerId="ADAL" clId="{A182CC4B-4631-486F-83C9-33969C88D53E}" dt="2026-09-24T11:56:09.500" v="69" actId="113"/>
          <ac:spMkLst>
            <pc:docMk/>
            <pc:sldMk cId="2754657239" sldId="268"/>
            <ac:spMk id="19" creationId="{FA726B51-D76E-785E-526C-1B8BF1712AF1}"/>
          </ac:spMkLst>
        </pc:spChg>
        <pc:spChg chg="mod">
          <ac:chgData name="Jana Beckenbauer" userId="62c5dbb8-61a6-4c9b-812b-771d4c616caf" providerId="ADAL" clId="{A182CC4B-4631-486F-83C9-33969C88D53E}" dt="2026-09-24T11:54:12.944" v="29" actId="164"/>
          <ac:spMkLst>
            <pc:docMk/>
            <pc:sldMk cId="2754657239" sldId="268"/>
            <ac:spMk id="24" creationId="{2E253B05-C8C3-EF00-D2EF-260D00F6D69E}"/>
          </ac:spMkLst>
        </pc:spChg>
        <pc:grpChg chg="add mod">
          <ac:chgData name="Jana Beckenbauer" userId="62c5dbb8-61a6-4c9b-812b-771d4c616caf" providerId="ADAL" clId="{A182CC4B-4631-486F-83C9-33969C88D53E}" dt="2026-09-24T11:54:36.427" v="32" actId="1076"/>
          <ac:grpSpMkLst>
            <pc:docMk/>
            <pc:sldMk cId="2754657239" sldId="268"/>
            <ac:grpSpMk id="25" creationId="{FDAE0145-6CB8-F367-236C-5C7588DBED2F}"/>
          </ac:grpSpMkLst>
        </pc:grpChg>
      </pc:sldChg>
      <pc:sldChg chg="delSp modSp add mod">
        <pc:chgData name="Jana Beckenbauer" userId="62c5dbb8-61a6-4c9b-812b-771d4c616caf" providerId="ADAL" clId="{A182CC4B-4631-486F-83C9-33969C88D53E}" dt="2026-09-24T12:02:50.528" v="73" actId="1076"/>
        <pc:sldMkLst>
          <pc:docMk/>
          <pc:sldMk cId="140982626" sldId="278"/>
        </pc:sldMkLst>
        <pc:spChg chg="mod">
          <ac:chgData name="Jana Beckenbauer" userId="62c5dbb8-61a6-4c9b-812b-771d4c616caf" providerId="ADAL" clId="{A182CC4B-4631-486F-83C9-33969C88D53E}" dt="2026-09-24T12:02:50.528" v="73" actId="1076"/>
          <ac:spMkLst>
            <pc:docMk/>
            <pc:sldMk cId="140982626" sldId="278"/>
            <ac:spMk id="2" creationId="{59C0C4C2-0220-3B0C-D2F7-641DEA1B4231}"/>
          </ac:spMkLst>
        </pc:spChg>
        <pc:spChg chg="mod">
          <ac:chgData name="Jana Beckenbauer" userId="62c5dbb8-61a6-4c9b-812b-771d4c616caf" providerId="ADAL" clId="{A182CC4B-4631-486F-83C9-33969C88D53E}" dt="2026-09-24T12:02:50.528" v="73" actId="1076"/>
          <ac:spMkLst>
            <pc:docMk/>
            <pc:sldMk cId="140982626" sldId="278"/>
            <ac:spMk id="4" creationId="{D8AF7107-1DAE-AAB7-3D07-1CD1BA69C6F6}"/>
          </ac:spMkLst>
        </pc:spChg>
        <pc:spChg chg="mod">
          <ac:chgData name="Jana Beckenbauer" userId="62c5dbb8-61a6-4c9b-812b-771d4c616caf" providerId="ADAL" clId="{A182CC4B-4631-486F-83C9-33969C88D53E}" dt="2026-09-24T12:02:50.528" v="73" actId="1076"/>
          <ac:spMkLst>
            <pc:docMk/>
            <pc:sldMk cId="140982626" sldId="278"/>
            <ac:spMk id="8" creationId="{7571ADC1-4C33-CCF9-D3AF-A7DFA7721C93}"/>
          </ac:spMkLst>
        </pc:spChg>
        <pc:spChg chg="mod">
          <ac:chgData name="Jana Beckenbauer" userId="62c5dbb8-61a6-4c9b-812b-771d4c616caf" providerId="ADAL" clId="{A182CC4B-4631-486F-83C9-33969C88D53E}" dt="2026-09-24T12:02:50.528" v="73" actId="1076"/>
          <ac:spMkLst>
            <pc:docMk/>
            <pc:sldMk cId="140982626" sldId="278"/>
            <ac:spMk id="9" creationId="{D4F47DEE-D50D-0864-5719-2EB70881D780}"/>
          </ac:spMkLst>
        </pc:spChg>
        <pc:spChg chg="mod">
          <ac:chgData name="Jana Beckenbauer" userId="62c5dbb8-61a6-4c9b-812b-771d4c616caf" providerId="ADAL" clId="{A182CC4B-4631-486F-83C9-33969C88D53E}" dt="2026-09-24T12:02:50.528" v="73" actId="1076"/>
          <ac:spMkLst>
            <pc:docMk/>
            <pc:sldMk cId="140982626" sldId="278"/>
            <ac:spMk id="11" creationId="{E2C35AF5-8F3A-B2B1-BDE2-4BF0CEE13984}"/>
          </ac:spMkLst>
        </pc:spChg>
        <pc:spChg chg="mod">
          <ac:chgData name="Jana Beckenbauer" userId="62c5dbb8-61a6-4c9b-812b-771d4c616caf" providerId="ADAL" clId="{A182CC4B-4631-486F-83C9-33969C88D53E}" dt="2026-09-24T12:02:32.696" v="71" actId="404"/>
          <ac:spMkLst>
            <pc:docMk/>
            <pc:sldMk cId="140982626" sldId="278"/>
            <ac:spMk id="13" creationId="{A4067195-50CD-9309-CE4D-1C488E90322B}"/>
          </ac:spMkLst>
        </pc:spChg>
        <pc:spChg chg="del">
          <ac:chgData name="Jana Beckenbauer" userId="62c5dbb8-61a6-4c9b-812b-771d4c616caf" providerId="ADAL" clId="{A182CC4B-4631-486F-83C9-33969C88D53E}" dt="2026-09-24T11:43:39.858" v="20" actId="478"/>
          <ac:spMkLst>
            <pc:docMk/>
            <pc:sldMk cId="140982626" sldId="278"/>
            <ac:spMk id="14" creationId="{C0652A7D-5856-8F71-5BD0-D1ED6009601C}"/>
          </ac:spMkLst>
        </pc:spChg>
        <pc:spChg chg="del">
          <ac:chgData name="Jana Beckenbauer" userId="62c5dbb8-61a6-4c9b-812b-771d4c616caf" providerId="ADAL" clId="{A182CC4B-4631-486F-83C9-33969C88D53E}" dt="2026-09-24T11:43:39.858" v="20" actId="478"/>
          <ac:spMkLst>
            <pc:docMk/>
            <pc:sldMk cId="140982626" sldId="278"/>
            <ac:spMk id="25" creationId="{77E6A351-F776-1F98-39CC-2519C034CC71}"/>
          </ac:spMkLst>
        </pc:spChg>
        <pc:spChg chg="del">
          <ac:chgData name="Jana Beckenbauer" userId="62c5dbb8-61a6-4c9b-812b-771d4c616caf" providerId="ADAL" clId="{A182CC4B-4631-486F-83C9-33969C88D53E}" dt="2026-09-24T11:43:39.858" v="20" actId="478"/>
          <ac:spMkLst>
            <pc:docMk/>
            <pc:sldMk cId="140982626" sldId="278"/>
            <ac:spMk id="27" creationId="{C40FE1E1-4DAA-9418-BC98-DCC6609CEF02}"/>
          </ac:spMkLst>
        </pc:spChg>
        <pc:spChg chg="mod">
          <ac:chgData name="Jana Beckenbauer" userId="62c5dbb8-61a6-4c9b-812b-771d4c616caf" providerId="ADAL" clId="{A182CC4B-4631-486F-83C9-33969C88D53E}" dt="2026-09-24T12:02:50.528" v="73" actId="1076"/>
          <ac:spMkLst>
            <pc:docMk/>
            <pc:sldMk cId="140982626" sldId="278"/>
            <ac:spMk id="28" creationId="{D75A44A9-2B14-6485-D556-6BCDED2800B0}"/>
          </ac:spMkLst>
        </pc:spChg>
        <pc:spChg chg="del">
          <ac:chgData name="Jana Beckenbauer" userId="62c5dbb8-61a6-4c9b-812b-771d4c616caf" providerId="ADAL" clId="{A182CC4B-4631-486F-83C9-33969C88D53E}" dt="2026-09-24T11:43:39.858" v="20" actId="478"/>
          <ac:spMkLst>
            <pc:docMk/>
            <pc:sldMk cId="140982626" sldId="278"/>
            <ac:spMk id="33" creationId="{C67BD45E-6296-A0DE-94D2-DE096DC41542}"/>
          </ac:spMkLst>
        </pc:spChg>
        <pc:graphicFrameChg chg="mod">
          <ac:chgData name="Jana Beckenbauer" userId="62c5dbb8-61a6-4c9b-812b-771d4c616caf" providerId="ADAL" clId="{A182CC4B-4631-486F-83C9-33969C88D53E}" dt="2026-09-24T12:02:50.528" v="73" actId="1076"/>
          <ac:graphicFrameMkLst>
            <pc:docMk/>
            <pc:sldMk cId="140982626" sldId="278"/>
            <ac:graphicFrameMk id="17" creationId="{7C936E9A-4BF3-A02F-CFFD-5DA7231A7772}"/>
          </ac:graphicFrameMkLst>
        </pc:graphicFrameChg>
        <pc:picChg chg="mod">
          <ac:chgData name="Jana Beckenbauer" userId="62c5dbb8-61a6-4c9b-812b-771d4c616caf" providerId="ADAL" clId="{A182CC4B-4631-486F-83C9-33969C88D53E}" dt="2026-09-24T12:02:50.528" v="73" actId="1076"/>
          <ac:picMkLst>
            <pc:docMk/>
            <pc:sldMk cId="140982626" sldId="278"/>
            <ac:picMk id="30" creationId="{E4206FAA-AE4B-CAA3-8AD6-8185D610BB63}"/>
          </ac:picMkLst>
        </pc:picChg>
      </pc:sldChg>
      <pc:sldChg chg="delSp add mod">
        <pc:chgData name="Jana Beckenbauer" userId="62c5dbb8-61a6-4c9b-812b-771d4c616caf" providerId="ADAL" clId="{A182CC4B-4631-486F-83C9-33969C88D53E}" dt="2026-09-24T11:43:28.160" v="17" actId="478"/>
        <pc:sldMkLst>
          <pc:docMk/>
          <pc:sldMk cId="76400406" sldId="279"/>
        </pc:sldMkLst>
        <pc:spChg chg="del">
          <ac:chgData name="Jana Beckenbauer" userId="62c5dbb8-61a6-4c9b-812b-771d4c616caf" providerId="ADAL" clId="{A182CC4B-4631-486F-83C9-33969C88D53E}" dt="2026-09-24T11:43:28.160" v="17" actId="478"/>
          <ac:spMkLst>
            <pc:docMk/>
            <pc:sldMk cId="76400406" sldId="279"/>
            <ac:spMk id="4" creationId="{7A060E7F-30CE-9EA6-D75F-E792F1FDB060}"/>
          </ac:spMkLst>
        </pc:spChg>
        <pc:spChg chg="del">
          <ac:chgData name="Jana Beckenbauer" userId="62c5dbb8-61a6-4c9b-812b-771d4c616caf" providerId="ADAL" clId="{A182CC4B-4631-486F-83C9-33969C88D53E}" dt="2026-09-24T11:43:28.160" v="17" actId="478"/>
          <ac:spMkLst>
            <pc:docMk/>
            <pc:sldMk cId="76400406" sldId="279"/>
            <ac:spMk id="5" creationId="{77DB91D3-4E91-FDFF-1020-36BB3FCCAA7A}"/>
          </ac:spMkLst>
        </pc:spChg>
        <pc:spChg chg="del">
          <ac:chgData name="Jana Beckenbauer" userId="62c5dbb8-61a6-4c9b-812b-771d4c616caf" providerId="ADAL" clId="{A182CC4B-4631-486F-83C9-33969C88D53E}" dt="2026-09-24T11:43:28.160" v="17" actId="478"/>
          <ac:spMkLst>
            <pc:docMk/>
            <pc:sldMk cId="76400406" sldId="279"/>
            <ac:spMk id="6" creationId="{EE5A7058-7716-833A-CDEE-05E33A782B73}"/>
          </ac:spMkLst>
        </pc:spChg>
      </pc:sldChg>
      <pc:sldChg chg="delSp add mod">
        <pc:chgData name="Jana Beckenbauer" userId="62c5dbb8-61a6-4c9b-812b-771d4c616caf" providerId="ADAL" clId="{A182CC4B-4631-486F-83C9-33969C88D53E}" dt="2026-09-24T11:43:32.036" v="18" actId="478"/>
        <pc:sldMkLst>
          <pc:docMk/>
          <pc:sldMk cId="3769052471" sldId="284"/>
        </pc:sldMkLst>
        <pc:spChg chg="del">
          <ac:chgData name="Jana Beckenbauer" userId="62c5dbb8-61a6-4c9b-812b-771d4c616caf" providerId="ADAL" clId="{A182CC4B-4631-486F-83C9-33969C88D53E}" dt="2026-09-24T11:43:32.036" v="18" actId="478"/>
          <ac:spMkLst>
            <pc:docMk/>
            <pc:sldMk cId="3769052471" sldId="284"/>
            <ac:spMk id="3" creationId="{BB789B32-6C75-AC72-8B2A-F77825615AC3}"/>
          </ac:spMkLst>
        </pc:spChg>
        <pc:spChg chg="del">
          <ac:chgData name="Jana Beckenbauer" userId="62c5dbb8-61a6-4c9b-812b-771d4c616caf" providerId="ADAL" clId="{A182CC4B-4631-486F-83C9-33969C88D53E}" dt="2026-09-24T11:43:32.036" v="18" actId="478"/>
          <ac:spMkLst>
            <pc:docMk/>
            <pc:sldMk cId="3769052471" sldId="284"/>
            <ac:spMk id="4" creationId="{FBC61C9E-66E8-B40C-989B-FA21962589C3}"/>
          </ac:spMkLst>
        </pc:spChg>
        <pc:spChg chg="del">
          <ac:chgData name="Jana Beckenbauer" userId="62c5dbb8-61a6-4c9b-812b-771d4c616caf" providerId="ADAL" clId="{A182CC4B-4631-486F-83C9-33969C88D53E}" dt="2026-09-24T11:43:32.036" v="18" actId="478"/>
          <ac:spMkLst>
            <pc:docMk/>
            <pc:sldMk cId="3769052471" sldId="284"/>
            <ac:spMk id="5" creationId="{78FA9D97-5712-B4ED-DFA0-664F0A6C34A5}"/>
          </ac:spMkLst>
        </pc:spChg>
      </pc:sldChg>
    </pc:docChg>
  </pc:docChgLst>
  <pc:docChgLst>
    <pc:chgData name="Jens Brakhage" userId="S::jens.brakhage@adesso-group.com::884132c8-81ec-42af-b042-a03aa8b14bad" providerId="AD" clId="Web-{1A717FF8-03E0-CC2A-D7E3-D2846C8A656B}"/>
    <pc:docChg chg="modSld">
      <pc:chgData name="Jens Brakhage" userId="S::jens.brakhage@adesso-group.com::884132c8-81ec-42af-b042-a03aa8b14bad" providerId="AD" clId="Web-{1A717FF8-03E0-CC2A-D7E3-D2846C8A656B}" dt="2026-09-10T08:44:38.016" v="0" actId="1076"/>
      <pc:docMkLst>
        <pc:docMk/>
      </pc:docMkLst>
      <pc:sldChg chg="modSp">
        <pc:chgData name="Jens Brakhage" userId="S::jens.brakhage@adesso-group.com::884132c8-81ec-42af-b042-a03aa8b14bad" providerId="AD" clId="Web-{1A717FF8-03E0-CC2A-D7E3-D2846C8A656B}" dt="2026-09-10T08:44:38.016" v="0" actId="1076"/>
        <pc:sldMkLst>
          <pc:docMk/>
          <pc:sldMk cId="2601408677" sldId="2147483009"/>
        </pc:sldMkLst>
        <pc:picChg chg="mod">
          <ac:chgData name="Jens Brakhage" userId="S::jens.brakhage@adesso-group.com::884132c8-81ec-42af-b042-a03aa8b14bad" providerId="AD" clId="Web-{1A717FF8-03E0-CC2A-D7E3-D2846C8A656B}" dt="2026-09-10T08:44:38.016" v="0" actId="1076"/>
          <ac:picMkLst>
            <pc:docMk/>
            <pc:sldMk cId="2601408677" sldId="2147483009"/>
            <ac:picMk id="8" creationId="{89683F40-9A97-F214-C8A1-2B151686D723}"/>
          </ac:picMkLst>
        </pc:picChg>
      </pc:sldChg>
    </pc:docChg>
  </pc:docChgLst>
  <pc:docChgLst>
    <pc:chgData name="Jens Brakhage" userId="884132c8-81ec-42af-b042-a03aa8b14bad" providerId="ADAL" clId="{E77B518D-626D-46C1-BBBA-91A25E335948}"/>
    <pc:docChg chg="undo custSel addSld delSld modSld sldOrd delMainMaster">
      <pc:chgData name="Jens Brakhage" userId="884132c8-81ec-42af-b042-a03aa8b14bad" providerId="ADAL" clId="{E77B518D-626D-46C1-BBBA-91A25E335948}" dt="2026-10-07T06:43:48.412" v="1822"/>
      <pc:docMkLst>
        <pc:docMk/>
      </pc:docMkLst>
      <pc:sldChg chg="add setBg">
        <pc:chgData name="Jens Brakhage" userId="884132c8-81ec-42af-b042-a03aa8b14bad" providerId="ADAL" clId="{E77B518D-626D-46C1-BBBA-91A25E335948}" dt="2026-10-07T06:43:48.412" v="1822"/>
        <pc:sldMkLst>
          <pc:docMk/>
          <pc:sldMk cId="0" sldId="267"/>
        </pc:sldMkLst>
      </pc:sldChg>
      <pc:sldChg chg="modSp mod">
        <pc:chgData name="Jens Brakhage" userId="884132c8-81ec-42af-b042-a03aa8b14bad" providerId="ADAL" clId="{E77B518D-626D-46C1-BBBA-91A25E335948}" dt="2026-09-23T08:08:42.749" v="657" actId="20577"/>
        <pc:sldMkLst>
          <pc:docMk/>
          <pc:sldMk cId="2997811264" sldId="321"/>
        </pc:sldMkLst>
        <pc:spChg chg="mod">
          <ac:chgData name="Jens Brakhage" userId="884132c8-81ec-42af-b042-a03aa8b14bad" providerId="ADAL" clId="{E77B518D-626D-46C1-BBBA-91A25E335948}" dt="2026-09-23T08:08:42.749" v="657" actId="20577"/>
          <ac:spMkLst>
            <pc:docMk/>
            <pc:sldMk cId="2997811264" sldId="321"/>
            <ac:spMk id="2" creationId="{F32DEE1C-9D0E-4906-8021-9ED10C14A0CF}"/>
          </ac:spMkLst>
        </pc:spChg>
      </pc:sldChg>
      <pc:sldChg chg="modSp mod">
        <pc:chgData name="Jens Brakhage" userId="884132c8-81ec-42af-b042-a03aa8b14bad" providerId="ADAL" clId="{E77B518D-626D-46C1-BBBA-91A25E335948}" dt="2026-10-07T06:36:31.640" v="1701" actId="1076"/>
        <pc:sldMkLst>
          <pc:docMk/>
          <pc:sldMk cId="3183888466" sldId="2147482997"/>
        </pc:sldMkLst>
        <pc:spChg chg="mod">
          <ac:chgData name="Jens Brakhage" userId="884132c8-81ec-42af-b042-a03aa8b14bad" providerId="ADAL" clId="{E77B518D-626D-46C1-BBBA-91A25E335948}" dt="2026-10-07T06:36:31.640" v="1701" actId="1076"/>
          <ac:spMkLst>
            <pc:docMk/>
            <pc:sldMk cId="3183888466" sldId="2147482997"/>
            <ac:spMk id="11" creationId="{3717032C-A9E4-8149-704B-7198E7AC7817}"/>
          </ac:spMkLst>
        </pc:spChg>
      </pc:sldChg>
      <pc:sldChg chg="modSp mod">
        <pc:chgData name="Jens Brakhage" userId="884132c8-81ec-42af-b042-a03aa8b14bad" providerId="ADAL" clId="{E77B518D-626D-46C1-BBBA-91A25E335948}" dt="2026-09-24T08:19:06.637" v="895" actId="6549"/>
        <pc:sldMkLst>
          <pc:docMk/>
          <pc:sldMk cId="2462340660" sldId="2147483004"/>
        </pc:sldMkLst>
        <pc:spChg chg="mod">
          <ac:chgData name="Jens Brakhage" userId="884132c8-81ec-42af-b042-a03aa8b14bad" providerId="ADAL" clId="{E77B518D-626D-46C1-BBBA-91A25E335948}" dt="2026-09-24T08:19:06.637" v="895" actId="6549"/>
          <ac:spMkLst>
            <pc:docMk/>
            <pc:sldMk cId="2462340660" sldId="2147483004"/>
            <ac:spMk id="6" creationId="{CD8EB267-03A7-D4EB-D11A-7D6E175692A9}"/>
          </ac:spMkLst>
        </pc:spChg>
      </pc:sldChg>
      <pc:sldChg chg="modSp add mod">
        <pc:chgData name="Jens Brakhage" userId="884132c8-81ec-42af-b042-a03aa8b14bad" providerId="ADAL" clId="{E77B518D-626D-46C1-BBBA-91A25E335948}" dt="2026-09-24T08:37:49.874" v="1423" actId="20577"/>
        <pc:sldMkLst>
          <pc:docMk/>
          <pc:sldMk cId="3278445486" sldId="2147483007"/>
        </pc:sldMkLst>
        <pc:spChg chg="mod">
          <ac:chgData name="Jens Brakhage" userId="884132c8-81ec-42af-b042-a03aa8b14bad" providerId="ADAL" clId="{E77B518D-626D-46C1-BBBA-91A25E335948}" dt="2026-09-24T08:25:47.315" v="1122" actId="207"/>
          <ac:spMkLst>
            <pc:docMk/>
            <pc:sldMk cId="3278445486" sldId="2147483007"/>
            <ac:spMk id="2" creationId="{5E597179-C37E-FEA3-6E30-F0D98D242C8D}"/>
          </ac:spMkLst>
        </pc:spChg>
      </pc:sldChg>
      <pc:sldChg chg="addSp delSp modSp mod">
        <pc:chgData name="Jens Brakhage" userId="884132c8-81ec-42af-b042-a03aa8b14bad" providerId="ADAL" clId="{E77B518D-626D-46C1-BBBA-91A25E335948}" dt="2026-10-07T06:41:43.495" v="1795" actId="1037"/>
        <pc:sldMkLst>
          <pc:docMk/>
          <pc:sldMk cId="1926584838" sldId="2147483008"/>
        </pc:sldMkLst>
        <pc:spChg chg="mod">
          <ac:chgData name="Jens Brakhage" userId="884132c8-81ec-42af-b042-a03aa8b14bad" providerId="ADAL" clId="{E77B518D-626D-46C1-BBBA-91A25E335948}" dt="2026-10-07T06:41:08.053" v="1763" actId="20577"/>
          <ac:spMkLst>
            <pc:docMk/>
            <pc:sldMk cId="1926584838" sldId="2147483008"/>
            <ac:spMk id="2" creationId="{87B958F3-161A-3FA6-C2E5-6668F6A7F0AE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6" creationId="{6693F85E-8FB4-91AC-7381-F66D4F5267B9}"/>
          </ac:spMkLst>
        </pc:spChg>
        <pc:spChg chg="del">
          <ac:chgData name="Jens Brakhage" userId="884132c8-81ec-42af-b042-a03aa8b14bad" providerId="ADAL" clId="{E77B518D-626D-46C1-BBBA-91A25E335948}" dt="2026-10-07T06:40:31.498" v="1730" actId="478"/>
          <ac:spMkLst>
            <pc:docMk/>
            <pc:sldMk cId="1926584838" sldId="2147483008"/>
            <ac:spMk id="7" creationId="{306FFF9E-EA81-B542-06CF-DEB0A5A2A8F6}"/>
          </ac:spMkLst>
        </pc:spChg>
        <pc:spChg chg="del">
          <ac:chgData name="Jens Brakhage" userId="884132c8-81ec-42af-b042-a03aa8b14bad" providerId="ADAL" clId="{E77B518D-626D-46C1-BBBA-91A25E335948}" dt="2026-10-07T06:40:31.498" v="1730" actId="478"/>
          <ac:spMkLst>
            <pc:docMk/>
            <pc:sldMk cId="1926584838" sldId="2147483008"/>
            <ac:spMk id="8" creationId="{302D84CA-D648-5F95-1C22-E4BC896BCBAE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9" creationId="{5F5B4E54-0D71-806D-8819-662C916053D2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0" creationId="{7A9A8F66-877A-9507-7D84-5E9703B24DD1}"/>
          </ac:spMkLst>
        </pc:spChg>
        <pc:spChg chg="del">
          <ac:chgData name="Jens Brakhage" userId="884132c8-81ec-42af-b042-a03aa8b14bad" providerId="ADAL" clId="{E77B518D-626D-46C1-BBBA-91A25E335948}" dt="2026-10-07T06:40:33.794" v="1731" actId="478"/>
          <ac:spMkLst>
            <pc:docMk/>
            <pc:sldMk cId="1926584838" sldId="2147483008"/>
            <ac:spMk id="11" creationId="{00649C37-C697-E1FA-C761-AFDE2678C0E5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2" creationId="{78E2BEFB-91BC-2AF2-C7DE-FCFBC84901F4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3" creationId="{CFE2C41A-1CFC-D1C8-4173-AE7BE609542C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6" creationId="{0AFCD4D5-EE34-110D-9552-E9D4AFBD23F9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7" creationId="{BC601456-BC08-85D9-7F5D-3C50B5C01BFA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8" creationId="{65699402-DE09-DADA-6BD4-4B796CFD2C29}"/>
          </ac:spMkLst>
        </pc:spChg>
        <pc:spChg chg="add del mod">
          <ac:chgData name="Jens Brakhage" userId="884132c8-81ec-42af-b042-a03aa8b14bad" providerId="ADAL" clId="{E77B518D-626D-46C1-BBBA-91A25E335948}" dt="2026-10-07T06:41:13.688" v="1765" actId="478"/>
          <ac:spMkLst>
            <pc:docMk/>
            <pc:sldMk cId="1926584838" sldId="2147483008"/>
            <ac:spMk id="19" creationId="{A4A35BEE-BD19-DB23-3FF4-5444EFC73258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0" creationId="{C2D8F9EC-E0A0-5C3C-63E9-BBB346AD2960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2" creationId="{DBE08A96-C69E-9648-4D97-4F32F5C17BB0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3" creationId="{90D5E0B8-2857-F2D2-A05B-8B6B836DAEA2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4" creationId="{0B955E17-BE21-3072-63AC-CD9535F107A0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7" creationId="{7C0E9D6C-5C6D-A61B-4511-2E9A5DF84EAF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8" creationId="{5B32DF2A-6B20-D6BF-2480-3BA3BB1B4CFC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29" creationId="{2806A3B0-11B1-09FC-C106-05EAE4D0FE9D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30" creationId="{AA3638E6-E207-BBC6-4DC0-A762FAE143C0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31" creationId="{C7AC154C-6959-F745-6980-602C3861E79B}"/>
          </ac:spMkLst>
        </pc:spChg>
        <pc:spChg chg="add mod">
          <ac:chgData name="Jens Brakhage" userId="884132c8-81ec-42af-b042-a03aa8b14bad" providerId="ADAL" clId="{E77B518D-626D-46C1-BBBA-91A25E335948}" dt="2026-10-07T06:41:43.495" v="1795" actId="1037"/>
          <ac:spMkLst>
            <pc:docMk/>
            <pc:sldMk cId="1926584838" sldId="2147483008"/>
            <ac:spMk id="32" creationId="{1D8F7F9D-6383-5387-A235-899187DA1F4F}"/>
          </ac:spMkLst>
        </pc:spChg>
        <pc:picChg chg="add del mod">
          <ac:chgData name="Jens Brakhage" userId="884132c8-81ec-42af-b042-a03aa8b14bad" providerId="ADAL" clId="{E77B518D-626D-46C1-BBBA-91A25E335948}" dt="2026-10-07T06:41:13.688" v="1765" actId="478"/>
          <ac:picMkLst>
            <pc:docMk/>
            <pc:sldMk cId="1926584838" sldId="2147483008"/>
            <ac:picMk id="15" creationId="{79C873D3-E859-AAFE-2F3E-9196FDD05024}"/>
          </ac:picMkLst>
        </pc:picChg>
      </pc:sldChg>
      <pc:sldChg chg="addSp modSp add del mod">
        <pc:chgData name="Jens Brakhage" userId="884132c8-81ec-42af-b042-a03aa8b14bad" providerId="ADAL" clId="{E77B518D-626D-46C1-BBBA-91A25E335948}" dt="2026-10-07T06:43:22.896" v="1821" actId="20577"/>
        <pc:sldMkLst>
          <pc:docMk/>
          <pc:sldMk cId="3058635607" sldId="2147483011"/>
        </pc:sldMkLst>
        <pc:spChg chg="mod">
          <ac:chgData name="Jens Brakhage" userId="884132c8-81ec-42af-b042-a03aa8b14bad" providerId="ADAL" clId="{E77B518D-626D-46C1-BBBA-91A25E335948}" dt="2026-10-07T06:43:22.896" v="1821" actId="20577"/>
          <ac:spMkLst>
            <pc:docMk/>
            <pc:sldMk cId="3058635607" sldId="2147483011"/>
            <ac:spMk id="9" creationId="{17C83214-86B1-C396-7263-D782973E020D}"/>
          </ac:spMkLst>
        </pc:spChg>
        <pc:picChg chg="add mod">
          <ac:chgData name="Jens Brakhage" userId="884132c8-81ec-42af-b042-a03aa8b14bad" providerId="ADAL" clId="{E77B518D-626D-46C1-BBBA-91A25E335948}" dt="2026-10-07T06:43:03.980" v="1798" actId="1076"/>
          <ac:picMkLst>
            <pc:docMk/>
            <pc:sldMk cId="3058635607" sldId="2147483011"/>
            <ac:picMk id="6" creationId="{C924E43E-4298-E2CF-98B5-30A50240325C}"/>
          </ac:picMkLst>
        </pc:picChg>
      </pc:sldChg>
      <pc:sldChg chg="addSp delSp modSp add mod">
        <pc:chgData name="Jens Brakhage" userId="884132c8-81ec-42af-b042-a03aa8b14bad" providerId="ADAL" clId="{E77B518D-626D-46C1-BBBA-91A25E335948}" dt="2026-10-07T06:38:26.734" v="1724" actId="6549"/>
        <pc:sldMkLst>
          <pc:docMk/>
          <pc:sldMk cId="2364696870" sldId="2147483644"/>
        </pc:sldMkLst>
        <pc:spChg chg="mod">
          <ac:chgData name="Jens Brakhage" userId="884132c8-81ec-42af-b042-a03aa8b14bad" providerId="ADAL" clId="{E77B518D-626D-46C1-BBBA-91A25E335948}" dt="2026-10-07T06:38:26.734" v="1724" actId="6549"/>
          <ac:spMkLst>
            <pc:docMk/>
            <pc:sldMk cId="2364696870" sldId="2147483644"/>
            <ac:spMk id="2" creationId="{78BFE7B4-5B7C-C36D-65C4-E63AEA523829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6" creationId="{B731A8EA-4866-F52E-2F05-21B538A8140A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8" creationId="{9301616F-E5B1-1A0D-2FBB-C647C68648B0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19" creationId="{EF79A100-BF82-3533-D2F4-90F459A94A23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0" creationId="{E32AF2C1-BE5B-2CCC-499D-38799CEDD308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1" creationId="{712426F4-1054-8B28-4715-73E74B344F7D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2" creationId="{A194420F-E8B3-37DD-4042-938F6304D69B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3" creationId="{63A7B29C-C378-7745-408B-F1286FB8DD1D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4" creationId="{1494682A-AD20-8CCB-4CA8-1782DC87A8EF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5" creationId="{7724319B-F301-E82D-6F76-5D1542319E85}"/>
          </ac:spMkLst>
        </pc:spChg>
        <pc:spChg chg="add del mod">
          <ac:chgData name="Jens Brakhage" userId="884132c8-81ec-42af-b042-a03aa8b14bad" providerId="ADAL" clId="{E77B518D-626D-46C1-BBBA-91A25E335948}" dt="2026-10-07T06:38:15.058" v="1721" actId="478"/>
          <ac:spMkLst>
            <pc:docMk/>
            <pc:sldMk cId="2364696870" sldId="2147483644"/>
            <ac:spMk id="26" creationId="{BA84691E-6E4C-5173-D05A-E2DDC7CA3900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27" creationId="{6CC61265-6A7B-24A3-4A8D-BC995AF6ADC9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28" creationId="{FB89236C-52D5-0F2D-15A3-54245A97E38E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29" creationId="{D61A0B04-B51D-FD71-AAF0-B56FA78B803B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0" creationId="{CD866B8D-81CB-BC3A-64BE-8D18F4D20864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1" creationId="{502E7636-7A8A-366A-225C-B490DB9DC998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4" creationId="{849C4171-8041-0C52-0F1B-A8DAB83368FB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5" creationId="{6F7D906D-AC60-A1B0-FE58-393E81B5B939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6" creationId="{3A6BDE47-D219-8EFE-2F9D-DA060899B859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7" creationId="{4B321ABA-E2B7-8D8A-428F-AAE978237BEE}"/>
          </ac:spMkLst>
        </pc:spChg>
        <pc:spChg chg="add mod">
          <ac:chgData name="Jens Brakhage" userId="884132c8-81ec-42af-b042-a03aa8b14bad" providerId="ADAL" clId="{E77B518D-626D-46C1-BBBA-91A25E335948}" dt="2026-10-07T06:38:21.435" v="1722"/>
          <ac:spMkLst>
            <pc:docMk/>
            <pc:sldMk cId="2364696870" sldId="2147483644"/>
            <ac:spMk id="38" creationId="{82B5C1EC-61BC-D833-9B34-F0F86CC7765C}"/>
          </ac:spMkLst>
        </pc:spChg>
        <pc:picChg chg="del">
          <ac:chgData name="Jens Brakhage" userId="884132c8-81ec-42af-b042-a03aa8b14bad" providerId="ADAL" clId="{E77B518D-626D-46C1-BBBA-91A25E335948}" dt="2026-10-07T06:37:58.531" v="1705" actId="478"/>
          <ac:picMkLst>
            <pc:docMk/>
            <pc:sldMk cId="2364696870" sldId="2147483644"/>
            <ac:picMk id="7" creationId="{DB42E6FF-0899-19D5-2118-5171358F68D7}"/>
          </ac:picMkLst>
        </pc:picChg>
      </pc:sldChg>
      <pc:sldChg chg="add del">
        <pc:chgData name="Jens Brakhage" userId="884132c8-81ec-42af-b042-a03aa8b14bad" providerId="ADAL" clId="{E77B518D-626D-46C1-BBBA-91A25E335948}" dt="2026-10-07T06:37:37.585" v="1703" actId="47"/>
        <pc:sldMkLst>
          <pc:docMk/>
          <pc:sldMk cId="2537683970" sldId="2147483644"/>
        </pc:sldMkLst>
      </pc:sldChg>
      <pc:sldChg chg="addSp delSp modSp add mod">
        <pc:chgData name="Jens Brakhage" userId="884132c8-81ec-42af-b042-a03aa8b14bad" providerId="ADAL" clId="{E77B518D-626D-46C1-BBBA-91A25E335948}" dt="2026-10-07T06:39:31.496" v="1728"/>
        <pc:sldMkLst>
          <pc:docMk/>
          <pc:sldMk cId="3238879413" sldId="2147483645"/>
        </pc:sldMkLst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6" creationId="{C815CEDA-AC40-EA42-50D9-5051C6C7A47F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7" creationId="{70E24D28-87E3-3271-71E2-B3A9A2DB9DB2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8" creationId="{31081505-6539-6368-F329-CC09CF39AF75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10" creationId="{4995650F-173D-3CB0-593E-BE40EA3D53CE}"/>
          </ac:spMkLst>
        </pc:spChg>
        <pc:spChg chg="del">
          <ac:chgData name="Jens Brakhage" userId="884132c8-81ec-42af-b042-a03aa8b14bad" providerId="ADAL" clId="{E77B518D-626D-46C1-BBBA-91A25E335948}" dt="2026-10-07T06:39:30.707" v="1727" actId="478"/>
          <ac:spMkLst>
            <pc:docMk/>
            <pc:sldMk cId="3238879413" sldId="2147483645"/>
            <ac:spMk id="11" creationId="{C8614F21-1CEB-9413-6251-4CA33A9F9E64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15" creationId="{018ACB22-1D73-5AA8-96C3-61E6BCC7DD90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17" creationId="{45C34FBC-5692-5303-DE0A-B25FD939625D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18" creationId="{33FD46CF-6AC6-0763-973D-0502BF48FEB9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19" creationId="{3F484A15-E643-B554-9EBB-A907A25C6151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20" creationId="{7AAA20B4-523C-4577-6E21-8852258B1E54}"/>
          </ac:spMkLst>
        </pc:spChg>
        <pc:spChg chg="add mod">
          <ac:chgData name="Jens Brakhage" userId="884132c8-81ec-42af-b042-a03aa8b14bad" providerId="ADAL" clId="{E77B518D-626D-46C1-BBBA-91A25E335948}" dt="2026-10-07T06:39:31.496" v="1728"/>
          <ac:spMkLst>
            <pc:docMk/>
            <pc:sldMk cId="3238879413" sldId="2147483645"/>
            <ac:spMk id="21" creationId="{B243B3F8-17C9-14F0-7982-694646557DFB}"/>
          </ac:spMkLst>
        </pc:spChg>
        <pc:picChg chg="del">
          <ac:chgData name="Jens Brakhage" userId="884132c8-81ec-42af-b042-a03aa8b14bad" providerId="ADAL" clId="{E77B518D-626D-46C1-BBBA-91A25E335948}" dt="2026-10-07T06:39:28.089" v="1726" actId="478"/>
          <ac:picMkLst>
            <pc:docMk/>
            <pc:sldMk cId="3238879413" sldId="2147483645"/>
            <ac:picMk id="9" creationId="{8AA9C885-39E6-44B6-D72C-C697356B8394}"/>
          </ac:picMkLst>
        </pc:picChg>
      </pc:sldChg>
      <pc:sldChg chg="add">
        <pc:chgData name="Jens Brakhage" userId="884132c8-81ec-42af-b042-a03aa8b14bad" providerId="ADAL" clId="{E77B518D-626D-46C1-BBBA-91A25E335948}" dt="2026-10-07T06:40:26.970" v="1729" actId="2890"/>
        <pc:sldMkLst>
          <pc:docMk/>
          <pc:sldMk cId="1584415086" sldId="2147483646"/>
        </pc:sldMkLst>
      </pc:sldChg>
    </pc:docChg>
  </pc:docChgLst>
  <pc:docChgLst>
    <pc:chgData name="Celina Hahne" userId="ce8973f5-5bd0-4244-8aed-2119c6881aed" providerId="ADAL" clId="{69A6C4CE-BEA0-4FBA-B0D7-902EC25F9CFF}"/>
    <pc:docChg chg="undo custSel addSld delSld modSld">
      <pc:chgData name="Celina Hahne" userId="ce8973f5-5bd0-4244-8aed-2119c6881aed" providerId="ADAL" clId="{69A6C4CE-BEA0-4FBA-B0D7-902EC25F9CFF}" dt="2026-09-24T12:27:51.271" v="9" actId="729"/>
      <pc:docMkLst>
        <pc:docMk/>
      </pc:docMkLst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307986906" sldId="2147375648"/>
        </pc:sldMkLst>
      </pc:sldChg>
      <pc:sldChg chg="add del mod modShow">
        <pc:chgData name="Celina Hahne" userId="ce8973f5-5bd0-4244-8aed-2119c6881aed" providerId="ADAL" clId="{69A6C4CE-BEA0-4FBA-B0D7-902EC25F9CFF}" dt="2026-09-24T12:27:51.271" v="9" actId="729"/>
        <pc:sldMkLst>
          <pc:docMk/>
          <pc:sldMk cId="15606498" sldId="2147473219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2231617484" sldId="2147473220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2449310843" sldId="2147473223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2978696795" sldId="2147473224"/>
        </pc:sldMkLst>
      </pc:sldChg>
      <pc:sldChg chg="modSp add del mod">
        <pc:chgData name="Celina Hahne" userId="ce8973f5-5bd0-4244-8aed-2119c6881aed" providerId="ADAL" clId="{69A6C4CE-BEA0-4FBA-B0D7-902EC25F9CFF}" dt="2026-09-24T12:27:11.243" v="4"/>
        <pc:sldMkLst>
          <pc:docMk/>
          <pc:sldMk cId="2402050261" sldId="2147473227"/>
        </pc:sldMkLst>
        <pc:spChg chg="mod">
          <ac:chgData name="Celina Hahne" userId="ce8973f5-5bd0-4244-8aed-2119c6881aed" providerId="ADAL" clId="{69A6C4CE-BEA0-4FBA-B0D7-902EC25F9CFF}" dt="2026-09-24T12:27:11.038" v="3"/>
          <ac:spMkLst>
            <pc:docMk/>
            <pc:sldMk cId="2402050261" sldId="2147473227"/>
            <ac:spMk id="25" creationId="{18CF459F-7480-4149-94A7-64D38166B424}"/>
          </ac:spMkLst>
        </pc:spChg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1799946774" sldId="2147473228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2161814904" sldId="2147473229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2004991165" sldId="2147473230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3892445835" sldId="2147473231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1068550705" sldId="2147482149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309175314" sldId="2147482150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2122326507" sldId="2147482151"/>
        </pc:sldMkLst>
      </pc:sldChg>
      <pc:sldChg chg="add del">
        <pc:chgData name="Celina Hahne" userId="ce8973f5-5bd0-4244-8aed-2119c6881aed" providerId="ADAL" clId="{69A6C4CE-BEA0-4FBA-B0D7-902EC25F9CFF}" dt="2026-09-24T12:27:11.243" v="4"/>
        <pc:sldMkLst>
          <pc:docMk/>
          <pc:sldMk cId="3543365221" sldId="2147482152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178249062" sldId="2147483624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2134419802" sldId="2147483625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466656151" sldId="2147483626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100482165" sldId="2147483627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3116345615" sldId="2147483628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1748192988" sldId="2147483629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2901295999" sldId="2147483630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3610456755" sldId="2147483631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2820747183" sldId="2147483632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2066272597" sldId="2147483633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1275221145" sldId="2147483634"/>
        </pc:sldMkLst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2061996454" sldId="2147483635"/>
        </pc:sldMkLst>
      </pc:sldChg>
      <pc:sldChg chg="modSp add del mod">
        <pc:chgData name="Celina Hahne" userId="ce8973f5-5bd0-4244-8aed-2119c6881aed" providerId="ADAL" clId="{69A6C4CE-BEA0-4FBA-B0D7-902EC25F9CFF}" dt="2026-09-24T12:27:32.065" v="8"/>
        <pc:sldMkLst>
          <pc:docMk/>
          <pc:sldMk cId="3987175836" sldId="2147483636"/>
        </pc:sldMkLst>
        <pc:spChg chg="mod">
          <ac:chgData name="Celina Hahne" userId="ce8973f5-5bd0-4244-8aed-2119c6881aed" providerId="ADAL" clId="{69A6C4CE-BEA0-4FBA-B0D7-902EC25F9CFF}" dt="2026-09-24T12:27:32.065" v="8"/>
          <ac:spMkLst>
            <pc:docMk/>
            <pc:sldMk cId="3987175836" sldId="2147483636"/>
            <ac:spMk id="25" creationId="{18CF459F-7480-4149-94A7-64D38166B424}"/>
          </ac:spMkLst>
        </pc:spChg>
      </pc:sldChg>
      <pc:sldChg chg="add del">
        <pc:chgData name="Celina Hahne" userId="ce8973f5-5bd0-4244-8aed-2119c6881aed" providerId="ADAL" clId="{69A6C4CE-BEA0-4FBA-B0D7-902EC25F9CFF}" dt="2026-09-24T12:27:32.065" v="8"/>
        <pc:sldMkLst>
          <pc:docMk/>
          <pc:sldMk cId="1644022719" sldId="214748363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40CE8-D2CB-4258-809C-5EBE10BA39A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0F84A-81FE-400A-8478-BE846D908E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754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BF166-A066-44A8-A83B-52542FB46C6D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0" tIns="45720" rIns="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4D2DA-67A1-4673-9D4B-E3230F3E84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842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7800" indent="-177800" algn="l" defTabSz="914400" rtl="0" eaLnBrk="1" latinLnBrk="0" hangingPunct="1">
      <a:buFont typeface="Calibri" panose="020F050202020403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57188" indent="-179388" algn="l" defTabSz="914400" rtl="0" eaLnBrk="1" latinLnBrk="0" hangingPunct="1">
      <a:buFont typeface="Calibri" panose="020F050202020403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34988" indent="-177800" algn="l" defTabSz="914400" rtl="0" eaLnBrk="1" latinLnBrk="0" hangingPunct="1">
      <a:buFont typeface="Calibri" panose="020F050202020403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20725" indent="-185738" algn="l" defTabSz="914400" rtl="0" eaLnBrk="1" latinLnBrk="0" hangingPunct="1">
      <a:buFont typeface="Calibri" panose="020F050202020403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898525" indent="-177800" algn="l" defTabSz="914400" rtl="0" eaLnBrk="1" latinLnBrk="0" hangingPunct="1">
      <a:buFont typeface="Calibri" panose="020F050202020403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sv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5.sv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7.png"/><Relationship Id="rId4" Type="http://schemas.openxmlformats.org/officeDocument/2006/relationships/image" Target="../media/image12.emf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7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Relationship Id="rId6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13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7" Type="http://schemas.openxmlformats.org/officeDocument/2006/relationships/image" Target="../media/image20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3.emf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8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6" Type="http://schemas.openxmlformats.org/officeDocument/2006/relationships/image" Target="../media/image19.svg"/><Relationship Id="rId5" Type="http://schemas.openxmlformats.org/officeDocument/2006/relationships/image" Target="../media/image21.png"/><Relationship Id="rId4" Type="http://schemas.openxmlformats.org/officeDocument/2006/relationships/image" Target="../media/image13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14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3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image" Target="../media/image18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3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Relationship Id="rId4" Type="http://schemas.openxmlformats.org/officeDocument/2006/relationships/image" Target="../media/image13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7.xml"/><Relationship Id="rId4" Type="http://schemas.openxmlformats.org/officeDocument/2006/relationships/image" Target="../media/image13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13.emf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oleObject" Target="../embeddings/oleObject21.bin"/><Relationship Id="rId7" Type="http://schemas.openxmlformats.org/officeDocument/2006/relationships/image" Target="../media/image20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.xml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13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7" Type="http://schemas.openxmlformats.org/officeDocument/2006/relationships/image" Target="../media/image22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0.xml"/><Relationship Id="rId6" Type="http://schemas.openxmlformats.org/officeDocument/2006/relationships/image" Target="../media/image16.svg"/><Relationship Id="rId5" Type="http://schemas.openxmlformats.org/officeDocument/2006/relationships/image" Target="../media/image23.svg"/><Relationship Id="rId4" Type="http://schemas.openxmlformats.org/officeDocument/2006/relationships/image" Target="../media/image13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7" Type="http://schemas.openxmlformats.org/officeDocument/2006/relationships/image" Target="../media/image20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3.emf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22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2.xml"/><Relationship Id="rId6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13.emf"/></Relationships>
</file>

<file path=ppt/slideLayouts/_rels/slideLayout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25.bin"/><Relationship Id="rId7" Type="http://schemas.openxmlformats.org/officeDocument/2006/relationships/image" Target="../media/image20.sv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3.xml"/><Relationship Id="rId6" Type="http://schemas.openxmlformats.org/officeDocument/2006/relationships/image" Target="../media/image16.svg"/><Relationship Id="rId5" Type="http://schemas.openxmlformats.org/officeDocument/2006/relationships/image" Target="../media/image24.png"/><Relationship Id="rId4" Type="http://schemas.openxmlformats.org/officeDocument/2006/relationships/image" Target="../media/image13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4.xml"/><Relationship Id="rId4" Type="http://schemas.openxmlformats.org/officeDocument/2006/relationships/image" Target="../media/image13.emf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Relationship Id="rId4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75B90DA-0A2D-415B-AE49-06416E0D27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09662"/>
            <a:ext cx="12195175" cy="525765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picture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0B2065D8-847E-4E5F-958D-9E6FE8280EE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47841" y="1028672"/>
            <a:ext cx="876491" cy="190495"/>
          </a:xfrm>
        </p:spPr>
        <p:txBody>
          <a:bodyPr/>
          <a:lstStyle>
            <a:lvl1pPr algn="l">
              <a:defRPr sz="1270" b="0"/>
            </a:lvl1pPr>
          </a:lstStyle>
          <a:p>
            <a:fld id="{C062B1A6-2CF5-45C1-95E9-A9DD0578D035}" type="datetime1">
              <a:rPr lang="de-DE" smtClean="0"/>
              <a:t>13.10.2026</a:t>
            </a:fld>
            <a:endParaRPr lang="en-US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05298599-5638-4824-8D82-747AFE33DA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62441" y="1028197"/>
            <a:ext cx="5830571" cy="190495"/>
          </a:xfrm>
          <a:prstGeom prst="rect">
            <a:avLst/>
          </a:prstGeom>
        </p:spPr>
        <p:txBody>
          <a:bodyPr/>
          <a:lstStyle>
            <a:lvl1pPr marL="152395" indent="-152395">
              <a:lnSpc>
                <a:spcPct val="100000"/>
              </a:lnSpc>
              <a:buClr>
                <a:schemeClr val="accent1"/>
              </a:buClr>
              <a:buFont typeface="Open Sans" panose="020B0606030504020204" pitchFamily="34" charset="0"/>
              <a:buChar char="|"/>
              <a:defRPr lang="de-DE" sz="1270" b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4E8F24C-C5FD-4205-9721-E6D609178114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667320"/>
            <a:ext cx="12194658" cy="19049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372C637-8EE0-40C4-BA80-59812385EB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41539" y="379611"/>
            <a:ext cx="1976233" cy="63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9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4FCECA0E-61E3-49AD-BF2A-F935851723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5318261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4FCECA0E-61E3-49AD-BF2A-F93585172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4713CB-AA68-4ADF-808A-3967EF1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0F38F-77C3-490D-8BBD-52E25B6D0D43}" type="datetime1">
              <a:rPr lang="de-DE" smtClean="0"/>
              <a:t>13.10.2026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555F28B-BDBF-413E-9727-643E5A1D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1D7498-E557-403D-BF95-10639243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614838-8B06-4CFE-ABF1-BE7BB32DD0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088" y="1905186"/>
            <a:ext cx="11280999" cy="4420236"/>
          </a:xfrm>
        </p:spPr>
        <p:txBody>
          <a:bodyPr/>
          <a:lstStyle>
            <a:lvl2pPr marL="266692" indent="-266692">
              <a:buFont typeface="Arial" panose="020B0604020202020204" pitchFamily="34" charset="0"/>
              <a:buChar char="&gt;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5A189B6-EE6C-42FE-907F-6334716044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wrap="none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61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A90C6F88-25A2-4779-BE60-14363614E3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3853161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A90C6F88-25A2-4779-BE60-14363614E3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3BDB5631-0380-2FD2-4650-FC4ED6800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2871" y="0"/>
            <a:ext cx="8802305" cy="6854640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4713CB-AA68-4ADF-808A-3967EF1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A215EDF-C02F-48EC-86C3-D94CA9C52CE0}" type="datetime1">
              <a:rPr lang="de-DE" smtClean="0"/>
              <a:t>13.10.2026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555F28B-BDBF-413E-9727-643E5A1D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1D7498-E557-403D-BF95-10639243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614838-8B06-4CFE-ABF1-BE7BB32DD0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088" y="1905186"/>
            <a:ext cx="11280999" cy="44202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483855" indent="-483855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89502B5-BDA9-4F39-8160-24B865EF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07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 with dark Fav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2B28C833-5399-3F68-6FE4-022868F9256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209463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2B28C833-5399-3F68-6FE4-022868F925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D93EF8A-C553-456A-8855-BC2209C595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5175" cy="666732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en-US"/>
              <a:t>Please insert picture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01C0CB2-159F-4441-8A67-F8B6FC1DFD0B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6667320"/>
            <a:ext cx="12194658" cy="1904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BFB3005-7353-84FA-4E9C-FAE5DBEA9D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089" y="456976"/>
            <a:ext cx="6886168" cy="609894"/>
          </a:xfrm>
        </p:spPr>
        <p:txBody>
          <a:bodyPr vert="horz"/>
          <a:lstStyle>
            <a:lvl1pPr>
              <a:defRPr sz="29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D4760F-9CAC-4290-182E-37ECC05B49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089" y="1066870"/>
            <a:ext cx="4536598" cy="686837"/>
          </a:xfrm>
          <a:solidFill>
            <a:schemeClr val="accent1"/>
          </a:solidFill>
        </p:spPr>
        <p:txBody>
          <a:bodyPr wrap="none" lIns="180000" tIns="108000" rIns="180000" bIns="108000">
            <a:spAutoFit/>
          </a:bodyPr>
          <a:lstStyle>
            <a:lvl1pPr>
              <a:lnSpc>
                <a:spcPct val="100000"/>
              </a:lnSpc>
              <a:defRPr sz="2963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separate text boxes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1F6C83-0A93-30A3-258A-1A124F4614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089" y="1753707"/>
            <a:ext cx="7038548" cy="686837"/>
          </a:xfrm>
          <a:solidFill>
            <a:schemeClr val="accent1"/>
          </a:solidFill>
        </p:spPr>
        <p:txBody>
          <a:bodyPr wrap="none" lIns="180000" tIns="108000" rIns="180000" bIns="108000">
            <a:spAutoFit/>
          </a:bodyPr>
          <a:lstStyle>
            <a:lvl1pPr>
              <a:lnSpc>
                <a:spcPct val="100000"/>
              </a:lnSpc>
              <a:defRPr sz="2963" b="0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Lines can be added by copy/paste</a:t>
            </a:r>
          </a:p>
        </p:txBody>
      </p:sp>
    </p:spTree>
    <p:extLst>
      <p:ext uri="{BB962C8B-B14F-4D97-AF65-F5344CB8AC3E}">
        <p14:creationId xmlns:p14="http://schemas.microsoft.com/office/powerpoint/2010/main" val="401957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with white footer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B17069B1-7B55-5482-ED4D-8B8912456A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342762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B17069B1-7B55-5482-ED4D-8B8912456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D93EF8A-C553-456A-8855-BC2209C595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5175" cy="6857815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389" rtl="0" eaLnBrk="1" fontAlgn="auto" latinLnBrk="0" hangingPunct="1">
              <a:lnSpc>
                <a:spcPts val="2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Please insert picture</a:t>
            </a:r>
          </a:p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0EB05E-444A-4883-A917-D336219F63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4E1EA22-0559-436F-B2A7-EB15B3CE8A6A}" type="datetime1">
              <a:rPr lang="de-DE" smtClean="0"/>
              <a:t>13.10.2026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9BDD1E-55C6-46D6-A0C9-A9E0E7BA87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A491EE-5570-4717-970C-05CAF86F22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945230-2AD8-78E6-DD9D-A974C751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3E31608-FBFB-6E44-DFCC-B849076EFB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089" y="969153"/>
            <a:ext cx="3825199" cy="512177"/>
          </a:xfrm>
          <a:solidFill>
            <a:schemeClr val="accent1"/>
          </a:solidFill>
        </p:spPr>
        <p:txBody>
          <a:bodyPr wrap="none" lIns="180000" tIns="72000" rIns="180000" bIns="72000">
            <a:spAutoFit/>
          </a:bodyPr>
          <a:lstStyle>
            <a:lvl1pPr>
              <a:lnSpc>
                <a:spcPct val="100000"/>
              </a:lnSpc>
              <a:defRPr sz="2328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Second line possible</a:t>
            </a:r>
          </a:p>
        </p:txBody>
      </p:sp>
    </p:spTree>
    <p:extLst>
      <p:ext uri="{BB962C8B-B14F-4D97-AF65-F5344CB8AC3E}">
        <p14:creationId xmlns:p14="http://schemas.microsoft.com/office/powerpoint/2010/main" val="60415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with dark foo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B17069B1-7B55-5482-ED4D-8B8912456A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342762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B17069B1-7B55-5482-ED4D-8B8912456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D93EF8A-C553-456A-8855-BC2209C595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5175" cy="685781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389" rtl="0" eaLnBrk="1" fontAlgn="auto" latinLnBrk="0" hangingPunct="1">
              <a:lnSpc>
                <a:spcPts val="2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Please insert picture</a:t>
            </a:r>
          </a:p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0EB05E-444A-4883-A917-D336219F63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1027427-EE18-4224-8911-975DF23D9EBC}" type="datetime1">
              <a:rPr lang="de-DE" smtClean="0"/>
              <a:t>13.10.2026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9BDD1E-55C6-46D6-A0C9-A9E0E7BA87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A491EE-5570-4717-970C-05CAF86F22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E945230-2AD8-78E6-DD9D-A974C751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3E31608-FBFB-6E44-DFCC-B849076EFB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089" y="969153"/>
            <a:ext cx="3825199" cy="512177"/>
          </a:xfrm>
          <a:solidFill>
            <a:schemeClr val="accent1"/>
          </a:solidFill>
        </p:spPr>
        <p:txBody>
          <a:bodyPr wrap="none" lIns="180000" tIns="72000" rIns="180000" bIns="72000">
            <a:spAutoFit/>
          </a:bodyPr>
          <a:lstStyle>
            <a:lvl1pPr>
              <a:lnSpc>
                <a:spcPct val="100000"/>
              </a:lnSpc>
              <a:defRPr sz="2328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Second line possible</a:t>
            </a:r>
          </a:p>
        </p:txBody>
      </p:sp>
    </p:spTree>
    <p:extLst>
      <p:ext uri="{BB962C8B-B14F-4D97-AF65-F5344CB8AC3E}">
        <p14:creationId xmlns:p14="http://schemas.microsoft.com/office/powerpoint/2010/main" val="368995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with dar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B17069B1-7B55-5482-ED4D-8B8912456A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342762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B17069B1-7B55-5482-ED4D-8B8912456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4D93EF8A-C553-456A-8855-BC2209C595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12195175" cy="685781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389" rtl="0" eaLnBrk="1" fontAlgn="auto" latinLnBrk="0" hangingPunct="1">
              <a:lnSpc>
                <a:spcPts val="2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Please insert picture</a:t>
            </a:r>
          </a:p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0EB05E-444A-4883-A917-D336219F63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BAC243B-5397-4EA3-B91C-A5289D656303}" type="datetime1">
              <a:rPr lang="de-DE" smtClean="0"/>
              <a:t>13.10.2026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9BDD1E-55C6-46D6-A0C9-A9E0E7BA87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A491EE-5570-4717-970C-05CAF86F22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4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F8B6C6F-BD2C-4E55-AB78-1E63310AE5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712152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F8B6C6F-BD2C-4E55-AB78-1E63310AE5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50AC-28E1-4DD3-BE53-8F41339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CEEA-D7CC-4B85-83E9-C0E534EBE013}" type="datetime1">
              <a:rPr lang="de-DE" smtClean="0"/>
              <a:t>13.10.2026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40FC3A8-5A84-4805-8669-A4FD5B88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FE3EA8E-4B59-4444-9883-E7B8A437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70650A6-A24B-498D-9EFD-E657A8C8685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089" y="1905187"/>
            <a:ext cx="5564038" cy="44202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11984634-E143-4B7F-A5F6-A2B3CAA934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76168" y="1903408"/>
            <a:ext cx="5564038" cy="44202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C569744-C8ED-4779-AC80-DA1B98385F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161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7D9BBC2-7310-4903-940B-90690B2985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888590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7D9BBC2-7310-4903-940B-90690B298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452F398D-C07C-12B1-D5DE-FA63F00EF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2871" y="0"/>
            <a:ext cx="8802305" cy="685464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50AC-28E1-4DD3-BE53-8F41339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0C7F46-70DE-477F-977E-BE2299022BA7}" type="datetime1">
              <a:rPr lang="de-DE" smtClean="0"/>
              <a:t>13.10.2026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40FC3A8-5A84-4805-8669-A4FD5B88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FE3EA8E-4B59-4444-9883-E7B8A437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70650A6-A24B-498D-9EFD-E657A8C8685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089" y="1905187"/>
            <a:ext cx="5564038" cy="44202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483855" indent="-483855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11984634-E143-4B7F-A5F6-A2B3CAA934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76168" y="1903408"/>
            <a:ext cx="5564038" cy="44202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483855" indent="-483855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CAB2934-C1F1-4C84-8F44-C2C2C2A06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807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Blank righ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49BAEFD2-0EB7-47F4-8C01-9A831DB98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6006328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49BAEFD2-0EB7-47F4-8C01-9A831DB98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50AC-28E1-4DD3-BE53-8F41339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7BC8B-B767-432C-BDFC-84A3D389DCEF}" type="datetime1">
              <a:rPr lang="de-DE" smtClean="0"/>
              <a:t>13.10.2026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40FC3A8-5A84-4805-8669-A4FD5B88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FE3EA8E-4B59-4444-9883-E7B8A437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70650A6-A24B-498D-9EFD-E657A8C8685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089" y="1905187"/>
            <a:ext cx="5564038" cy="44202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1D7390F-3EB9-4359-AEBA-12555B618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7480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Blank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C204245-BF56-40B8-9CE1-94AA0C033D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8502029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C204245-BF56-40B8-9CE1-94AA0C033D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1C38F8FC-2E71-C821-1C72-EE62833430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2871" y="0"/>
            <a:ext cx="8802305" cy="685464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A6650AC-28E1-4DD3-BE53-8F41339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9B535F-9857-4E48-BCB1-8E0663E1E72B}" type="datetime1">
              <a:rPr lang="de-DE" smtClean="0"/>
              <a:t>13.10.2026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40FC3A8-5A84-4805-8669-A4FD5B88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FE3EA8E-4B59-4444-9883-E7B8A4374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70650A6-A24B-498D-9EFD-E657A8C8685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089" y="1905187"/>
            <a:ext cx="5564038" cy="44202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 marL="483855" indent="-483855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2651F15-C668-4A10-A0A3-FAF165CE5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9698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DE26881-6E9D-4013-A41B-3E13B7DBB8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0625218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DE26881-6E9D-4013-A41B-3E13B7DBB8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D23828A-2D1F-45B9-A821-9A822355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751BD-5041-47AE-99F7-EF03E69A7C27}" type="datetime1">
              <a:rPr lang="de-DE" smtClean="0"/>
              <a:t>13.10.2026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E2C9E65-9DB8-4338-81DC-37214567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CAAA6C5-3E55-4209-94E8-5221649B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4C2E48F-818D-4284-802E-0B83AB7AA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1833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8C2075-EA8F-450A-B4A7-B411F25AD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E443-7441-42E2-ACBF-25E008B1871C}" type="datetime1">
              <a:rPr lang="de-DE" smtClean="0"/>
              <a:t>13.10.2026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115B40-B74D-4C18-93A2-27473B717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1416BF-6863-4175-9D9B-0A98C332D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7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WHI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BDE26881-6E9D-4013-A41B-3E13B7DBB8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0625218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BDE26881-6E9D-4013-A41B-3E13B7DBB8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D23828A-2D1F-45B9-A821-9A822355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2EFF2-D33D-4DEC-8E08-F402515C4456}" type="datetime1">
              <a:rPr lang="de-DE" smtClean="0"/>
              <a:t>13.10.2026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E2C9E65-9DB8-4338-81DC-37214567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CAAA6C5-3E55-4209-94E8-5221649B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4C2E48F-818D-4284-802E-0B83AB7AA7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7836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im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C1AAD735-68C7-4830-8543-B4338493F3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0614193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C1AAD735-68C7-4830-8543-B4338493F3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D23828A-2D1F-45B9-A821-9A822355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78DD4-87C3-4567-9718-2259A72CE91E}" type="datetime1">
              <a:rPr lang="de-DE" smtClean="0"/>
              <a:t>13.10.2026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E2C9E65-9DB8-4338-81DC-37214567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Produktmanagement | adesso business consulting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CAAA6C5-3E55-4209-94E8-5221649B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FDF44F-8C22-40FA-B750-DD433501A4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95957" y="1905187"/>
            <a:ext cx="8002745" cy="4420235"/>
          </a:xfrm>
        </p:spPr>
        <p:txBody>
          <a:bodyPr/>
          <a:lstStyle>
            <a:lvl1pPr>
              <a:lnSpc>
                <a:spcPts val="3387"/>
              </a:lnSpc>
              <a:defRPr sz="2540" b="0">
                <a:solidFill>
                  <a:schemeClr val="accent5"/>
                </a:solidFill>
              </a:defRPr>
            </a:lvl1pPr>
            <a:lvl2pPr marL="0" indent="0">
              <a:lnSpc>
                <a:spcPts val="3387"/>
              </a:lnSpc>
              <a:buNone/>
              <a:defRPr sz="2540" b="1">
                <a:solidFill>
                  <a:schemeClr val="accent5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A6BF131-093D-435C-9BED-223DF45649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17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aim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3DE6080A-27AC-4D83-A570-992F95EEFDF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805584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5" progId="TCLayout.ActiveDocument.1">
                  <p:embed/>
                </p:oleObj>
              </mc:Choice>
              <mc:Fallback>
                <p:oleObj name="think-cell Folie" r:id="rId3" imgW="344" imgH="345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3DE6080A-27AC-4D83-A570-992F95EEF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E3A1F700-22F6-6421-9CB0-B1DA6EBF8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2871" y="0"/>
            <a:ext cx="8802305" cy="6854640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D23828A-2D1F-45B9-A821-9A822355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C1E137-909F-4ADB-85C3-C2E5C150F25B}" type="datetime1">
              <a:rPr lang="de-DE" smtClean="0"/>
              <a:t>13.10.2026</a:t>
            </a:fld>
            <a:endParaRPr lang="en-US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E2C9E65-9DB8-4338-81DC-37214567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CAAA6C5-3E55-4209-94E8-5221649B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9FDF44F-8C22-40FA-B750-DD433501A4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95957" y="1905187"/>
            <a:ext cx="8002745" cy="4420235"/>
          </a:xfrm>
        </p:spPr>
        <p:txBody>
          <a:bodyPr/>
          <a:lstStyle>
            <a:lvl1pPr>
              <a:lnSpc>
                <a:spcPts val="3387"/>
              </a:lnSpc>
              <a:defRPr sz="2540" b="0">
                <a:solidFill>
                  <a:schemeClr val="bg1"/>
                </a:solidFill>
              </a:defRPr>
            </a:lvl1pPr>
            <a:lvl2pPr marL="0" indent="0">
              <a:lnSpc>
                <a:spcPts val="3387"/>
              </a:lnSpc>
              <a:buNone/>
              <a:defRPr sz="254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12A4851-5ABB-4547-91F1-5CE8A8EDE3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2917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AC7EF119-37EE-4A68-9A7D-302A1BA1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620688"/>
            <a:ext cx="10728325" cy="864096"/>
          </a:xfrm>
        </p:spPr>
        <p:txBody>
          <a:bodyPr/>
          <a:lstStyle>
            <a:lvl1pPr>
              <a:defRPr sz="3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1C9016F-3A4D-4A2E-BE63-5218AA8CDF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52563" y="1952228"/>
            <a:ext cx="9290050" cy="4105672"/>
          </a:xfrm>
        </p:spPr>
        <p:txBody>
          <a:bodyPr/>
          <a:lstStyle>
            <a:lvl1pPr marL="447675" indent="-447675">
              <a:spcAft>
                <a:spcPts val="2100"/>
              </a:spcAft>
              <a:buClrTx/>
              <a:buSzPct val="120000"/>
              <a:buFont typeface="+mj-lt"/>
              <a:buAutoNum type="arabicPeriod"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35772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_große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802420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_große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3425" y="2024063"/>
            <a:ext cx="5256150" cy="3925887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5599" y="2024063"/>
            <a:ext cx="5256152" cy="3925887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1836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_große Überschrift grauer Hintergr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7015E7DB-4B71-4BBA-8F24-4292A74B09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8108" y="6084907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286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_große Überschrift grauer Hintergr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" name="Grafik 9" descr="Ein Bild, das Text enthält.&#10;&#10;Automatisch generierte Beschreibung">
            <a:extLst>
              <a:ext uri="{FF2B5EF4-FFF2-40B4-BE49-F238E27FC236}">
                <a16:creationId xmlns:a16="http://schemas.microsoft.com/office/drawing/2014/main" id="{7A20CDF0-65D4-48DA-B992-E7F0A4BF4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8108" y="6084907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32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kleine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97443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_kleine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3425" y="2024063"/>
            <a:ext cx="5256150" cy="3925887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5599" y="2024063"/>
            <a:ext cx="5256152" cy="3925887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942346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und Inhalt_kleine Überschrift grauer Hintergr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2A6C6E84-D435-4A19-808F-A33233CEBD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8108" y="6084907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711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_kleine Überschrift grauer Hintergr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5"/>
            <a:ext cx="10728325" cy="611188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" name="Grafik 9" descr="Ein Bild, das Text enthält.&#10;&#10;Automatisch generierte Beschreibung">
            <a:extLst>
              <a:ext uri="{FF2B5EF4-FFF2-40B4-BE49-F238E27FC236}">
                <a16:creationId xmlns:a16="http://schemas.microsoft.com/office/drawing/2014/main" id="{11625F2D-F162-42E7-8F1F-B5E7D4598E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8108" y="6084907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342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00A523-3467-4578-8D8D-1F12784986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8108" y="6084907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1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7588" cy="3429000"/>
          </a:xfrm>
          <a:solidFill>
            <a:schemeClr val="bg1">
              <a:lumMod val="75000"/>
            </a:schemeClr>
          </a:solidFill>
        </p:spPr>
        <p:txBody>
          <a:bodyPr lIns="90000" tIns="46800" rIns="90000" bIns="46800"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Bildplatzhalter 2"/>
          <p:cNvSpPr>
            <a:spLocks noGrp="1"/>
          </p:cNvSpPr>
          <p:nvPr>
            <p:ph type="pic" sz="quarter" idx="11"/>
          </p:nvPr>
        </p:nvSpPr>
        <p:spPr>
          <a:xfrm>
            <a:off x="6097588" y="0"/>
            <a:ext cx="6097586" cy="3429000"/>
          </a:xfrm>
          <a:solidFill>
            <a:schemeClr val="bg1">
              <a:lumMod val="75000"/>
            </a:schemeClr>
          </a:solidFill>
        </p:spPr>
        <p:txBody>
          <a:bodyPr lIns="90000" tIns="46800" rIns="90000" bIns="46800"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Bildplatzhalter 2"/>
          <p:cNvSpPr>
            <a:spLocks noGrp="1"/>
          </p:cNvSpPr>
          <p:nvPr>
            <p:ph type="pic" sz="quarter" idx="12"/>
          </p:nvPr>
        </p:nvSpPr>
        <p:spPr>
          <a:xfrm>
            <a:off x="0" y="3429000"/>
            <a:ext cx="6097588" cy="3429000"/>
          </a:xfrm>
          <a:solidFill>
            <a:schemeClr val="bg1">
              <a:lumMod val="75000"/>
            </a:schemeClr>
          </a:solidFill>
        </p:spPr>
        <p:txBody>
          <a:bodyPr lIns="90000" tIns="46800" rIns="90000" bIns="46800"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Bildplatzhalter 2"/>
          <p:cNvSpPr>
            <a:spLocks noGrp="1"/>
          </p:cNvSpPr>
          <p:nvPr>
            <p:ph type="pic" sz="quarter" idx="13"/>
          </p:nvPr>
        </p:nvSpPr>
        <p:spPr>
          <a:xfrm>
            <a:off x="6097588" y="3429000"/>
            <a:ext cx="6097586" cy="3429000"/>
          </a:xfrm>
          <a:solidFill>
            <a:schemeClr val="bg1">
              <a:lumMod val="75000"/>
            </a:schemeClr>
          </a:solidFill>
        </p:spPr>
        <p:txBody>
          <a:bodyPr lIns="90000" tIns="46800" rIns="90000" bIns="46800" anchor="ctr" anchorCtr="0"/>
          <a:lstStyle>
            <a:lvl1pPr marL="0" indent="0" algn="ctr">
              <a:buNone/>
              <a:defRPr>
                <a:solidFill>
                  <a:schemeClr val="accent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4"/>
          </p:nvPr>
        </p:nvSpPr>
        <p:spPr>
          <a:xfrm>
            <a:off x="373063" y="225425"/>
            <a:ext cx="5364162" cy="503238"/>
          </a:xfrm>
          <a:ln>
            <a:noFill/>
          </a:ln>
        </p:spPr>
        <p:txBody>
          <a:bodyPr tIns="46800"/>
          <a:lstStyle>
            <a:lvl1pPr marL="0" indent="0">
              <a:buNone/>
              <a:defRPr sz="18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5"/>
          </p:nvPr>
        </p:nvSpPr>
        <p:spPr>
          <a:xfrm>
            <a:off x="6457949" y="225425"/>
            <a:ext cx="5363839" cy="503238"/>
          </a:xfrm>
          <a:ln>
            <a:noFill/>
          </a:ln>
        </p:spPr>
        <p:txBody>
          <a:bodyPr tIns="46800"/>
          <a:lstStyle>
            <a:lvl1pPr marL="0" indent="0">
              <a:buNone/>
              <a:defRPr sz="18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/>
          </p:nvPr>
        </p:nvSpPr>
        <p:spPr>
          <a:xfrm>
            <a:off x="373063" y="3645842"/>
            <a:ext cx="5364162" cy="503238"/>
          </a:xfrm>
          <a:ln>
            <a:noFill/>
          </a:ln>
        </p:spPr>
        <p:txBody>
          <a:bodyPr tIns="46800"/>
          <a:lstStyle>
            <a:lvl1pPr marL="0" indent="0">
              <a:buNone/>
              <a:defRPr sz="18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7"/>
          </p:nvPr>
        </p:nvSpPr>
        <p:spPr>
          <a:xfrm>
            <a:off x="6457949" y="3645842"/>
            <a:ext cx="5363839" cy="503238"/>
          </a:xfrm>
          <a:ln>
            <a:noFill/>
          </a:ln>
        </p:spPr>
        <p:txBody>
          <a:bodyPr tIns="46800"/>
          <a:lstStyle>
            <a:lvl1pPr marL="0" indent="0">
              <a:buNone/>
              <a:defRPr sz="18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15851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se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5" name="Textplatzhalter 9"/>
          <p:cNvSpPr>
            <a:spLocks noGrp="1"/>
          </p:cNvSpPr>
          <p:nvPr>
            <p:ph type="body" sz="quarter" idx="11"/>
          </p:nvPr>
        </p:nvSpPr>
        <p:spPr>
          <a:xfrm>
            <a:off x="733425" y="1196974"/>
            <a:ext cx="10728325" cy="863873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/>
          </p:nvPr>
        </p:nvSpPr>
        <p:spPr>
          <a:xfrm>
            <a:off x="733425" y="2600908"/>
            <a:ext cx="3635375" cy="1980220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4945459" y="2600908"/>
            <a:ext cx="3635375" cy="1980220"/>
          </a:xfrm>
        </p:spPr>
        <p:txBody>
          <a:bodyPr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733425" y="6345324"/>
            <a:ext cx="1187698" cy="2520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de-DE" sz="750">
                <a:solidFill>
                  <a:schemeClr val="bg1"/>
                </a:solidFill>
              </a:rPr>
              <a:t>© 2022 </a:t>
            </a:r>
            <a:r>
              <a:rPr lang="de-DE" sz="750" err="1">
                <a:solidFill>
                  <a:schemeClr val="bg1"/>
                </a:solidFill>
              </a:rPr>
              <a:t>adesso</a:t>
            </a:r>
            <a:r>
              <a:rPr lang="de-DE" sz="750">
                <a:solidFill>
                  <a:schemeClr val="bg1"/>
                </a:solidFill>
              </a:rPr>
              <a:t> orange AG</a:t>
            </a:r>
          </a:p>
        </p:txBody>
      </p:sp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727A5583-9979-464F-8EF5-1FB7A54C9B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8108" y="6084907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26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ersonenvor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6">
            <a:extLst>
              <a:ext uri="{FF2B5EF4-FFF2-40B4-BE49-F238E27FC236}">
                <a16:creationId xmlns:a16="http://schemas.microsoft.com/office/drawing/2014/main" id="{C1BACF19-9117-4332-B5EA-79FE2DDA554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854316" y="1827088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3A4FD9C-A612-4CF3-A260-345F2036C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425" y="620689"/>
            <a:ext cx="10728325" cy="540072"/>
          </a:xfrm>
        </p:spPr>
        <p:txBody>
          <a:bodyPr/>
          <a:lstStyle>
            <a:lvl1pPr marL="0" indent="0">
              <a:buNone/>
              <a:defRPr sz="21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7202D10E-2CC8-4CE7-BE90-17C7F616BD5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6628" y="4581128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F3711BE5-04ED-4BBA-B941-E67F8788B1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6626" y="4904905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platzhalter 11">
            <a:extLst>
              <a:ext uri="{FF2B5EF4-FFF2-40B4-BE49-F238E27FC236}">
                <a16:creationId xmlns:a16="http://schemas.microsoft.com/office/drawing/2014/main" id="{2D09C695-A02F-4A19-AA21-BF3DA5F6B9D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6628" y="5337471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3101BF7D-BDAE-4057-AB6E-6E40CB8BB026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3037892" y="1827088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9CFA26D9-13C7-4643-823C-48BFF84397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90204" y="4581128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DB78E1ED-B821-45B1-A513-C5B91E855F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390202" y="4904905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CE3584C7-BD30-4FCB-93E1-9B5FB8BE07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90204" y="5337471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Ellipse 10">
            <a:extLst>
              <a:ext uri="{FF2B5EF4-FFF2-40B4-BE49-F238E27FC236}">
                <a16:creationId xmlns:a16="http://schemas.microsoft.com/office/drawing/2014/main" id="{284A4801-2EAD-4340-8FF2-283608EC7503}"/>
              </a:ext>
            </a:extLst>
          </p:cNvPr>
          <p:cNvSpPr/>
          <p:nvPr userDrawn="1"/>
        </p:nvSpPr>
        <p:spPr>
          <a:xfrm>
            <a:off x="2983892" y="1773088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Ellipse 10">
            <a:extLst>
              <a:ext uri="{FF2B5EF4-FFF2-40B4-BE49-F238E27FC236}">
                <a16:creationId xmlns:a16="http://schemas.microsoft.com/office/drawing/2014/main" id="{966364D1-1E7F-3F46-A070-DF3E5FCCC0DE}"/>
              </a:ext>
            </a:extLst>
          </p:cNvPr>
          <p:cNvSpPr/>
          <p:nvPr userDrawn="1"/>
        </p:nvSpPr>
        <p:spPr>
          <a:xfrm>
            <a:off x="6800313" y="1773088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98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38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ersonenvor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3A4FD9C-A612-4CF3-A260-345F2036C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425" y="620689"/>
            <a:ext cx="10728325" cy="540072"/>
          </a:xfrm>
        </p:spPr>
        <p:txBody>
          <a:bodyPr/>
          <a:lstStyle>
            <a:lvl1pPr marL="0" indent="0">
              <a:buNone/>
              <a:defRPr sz="21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9B5094-26BC-4507-984B-31C235E72BE1}"/>
              </a:ext>
            </a:extLst>
          </p:cNvPr>
          <p:cNvSpPr/>
          <p:nvPr userDrawn="1"/>
        </p:nvSpPr>
        <p:spPr>
          <a:xfrm>
            <a:off x="4873587" y="1772816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EF7C00"/>
                </a:gs>
                <a:gs pos="100000">
                  <a:srgbClr val="951981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3101BF7D-BDAE-4057-AB6E-6E40CB8BB026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4927587" y="1826816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9CFA26D9-13C7-4643-823C-48BFF84397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79899" y="4580856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DB78E1ED-B821-45B1-A513-C5B91E855F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79897" y="4904633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CE3584C7-BD30-4FCB-93E1-9B5FB8BE07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9899" y="5337199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534B4CA-17B0-4F89-B374-AD550A79FF75}"/>
              </a:ext>
            </a:extLst>
          </p:cNvPr>
          <p:cNvSpPr/>
          <p:nvPr userDrawn="1"/>
        </p:nvSpPr>
        <p:spPr>
          <a:xfrm>
            <a:off x="1057088" y="1772816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EF7C00"/>
                </a:gs>
                <a:gs pos="100000">
                  <a:srgbClr val="951981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E5750532-077C-49C5-8A82-D7B7574182A0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1111088" y="1826816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6266A439-C156-417F-B863-382DC53E2AD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3400" y="4580856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F0F21B4A-C715-4AF7-8176-89E110E381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3398" y="4904633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9A841BC9-3FB7-4257-932D-4E5142BFDB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00" y="5337199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D769E687-EEBA-4344-BAF5-C92D3FE8468C}"/>
              </a:ext>
            </a:extLst>
          </p:cNvPr>
          <p:cNvSpPr/>
          <p:nvPr userDrawn="1"/>
        </p:nvSpPr>
        <p:spPr>
          <a:xfrm>
            <a:off x="8690086" y="1772816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EF7C00"/>
                </a:gs>
                <a:gs pos="100000">
                  <a:srgbClr val="951981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Bildplatzhalter 6">
            <a:extLst>
              <a:ext uri="{FF2B5EF4-FFF2-40B4-BE49-F238E27FC236}">
                <a16:creationId xmlns:a16="http://schemas.microsoft.com/office/drawing/2014/main" id="{C2127267-CDC3-4914-8571-3B149F43F3A8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8744086" y="1826816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A579BCE9-2ACB-4C4F-A85C-38F632A6AD6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96398" y="4580856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1">
            <a:extLst>
              <a:ext uri="{FF2B5EF4-FFF2-40B4-BE49-F238E27FC236}">
                <a16:creationId xmlns:a16="http://schemas.microsoft.com/office/drawing/2014/main" id="{39B784B8-591C-4B89-AEA2-9101979ED7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96396" y="4904633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1">
            <a:extLst>
              <a:ext uri="{FF2B5EF4-FFF2-40B4-BE49-F238E27FC236}">
                <a16:creationId xmlns:a16="http://schemas.microsoft.com/office/drawing/2014/main" id="{6FC8B0F4-3BF3-4303-A67A-09E87ABA882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096398" y="5337199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6499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ersonenvorstel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3A4FD9C-A612-4CF3-A260-345F2036C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3425" y="620689"/>
            <a:ext cx="10728325" cy="540072"/>
          </a:xfrm>
        </p:spPr>
        <p:txBody>
          <a:bodyPr/>
          <a:lstStyle>
            <a:lvl1pPr marL="0" indent="0">
              <a:buNone/>
              <a:defRPr sz="21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3101BF7D-BDAE-4057-AB6E-6E40CB8BB026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4927587" y="1826816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9CFA26D9-13C7-4643-823C-48BFF84397F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79899" y="4580856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DB78E1ED-B821-45B1-A513-C5B91E855F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79897" y="4904633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CE3584C7-BD30-4FCB-93E1-9B5FB8BE078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79899" y="5337199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E5750532-077C-49C5-8A82-D7B7574182A0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1111088" y="1826816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6266A439-C156-417F-B863-382DC53E2AD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3400" y="4580856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1">
            <a:extLst>
              <a:ext uri="{FF2B5EF4-FFF2-40B4-BE49-F238E27FC236}">
                <a16:creationId xmlns:a16="http://schemas.microsoft.com/office/drawing/2014/main" id="{F0F21B4A-C715-4AF7-8176-89E110E381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3398" y="4904633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1">
            <a:extLst>
              <a:ext uri="{FF2B5EF4-FFF2-40B4-BE49-F238E27FC236}">
                <a16:creationId xmlns:a16="http://schemas.microsoft.com/office/drawing/2014/main" id="{9A841BC9-3FB7-4257-932D-4E5142BFDB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00" y="5337199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6">
            <a:extLst>
              <a:ext uri="{FF2B5EF4-FFF2-40B4-BE49-F238E27FC236}">
                <a16:creationId xmlns:a16="http://schemas.microsoft.com/office/drawing/2014/main" id="{C2127267-CDC3-4914-8571-3B149F43F3A8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8744086" y="1826816"/>
            <a:ext cx="2340000" cy="2340000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A579BCE9-2ACB-4C4F-A85C-38F632A6AD6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96398" y="4580856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1">
            <a:extLst>
              <a:ext uri="{FF2B5EF4-FFF2-40B4-BE49-F238E27FC236}">
                <a16:creationId xmlns:a16="http://schemas.microsoft.com/office/drawing/2014/main" id="{39B784B8-591C-4B89-AEA2-9101979ED7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96396" y="4904633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1">
            <a:extLst>
              <a:ext uri="{FF2B5EF4-FFF2-40B4-BE49-F238E27FC236}">
                <a16:creationId xmlns:a16="http://schemas.microsoft.com/office/drawing/2014/main" id="{6FC8B0F4-3BF3-4303-A67A-09E87ABA882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096398" y="5337199"/>
            <a:ext cx="3635375" cy="252287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tabLst>
                <a:tab pos="268288" algn="l"/>
              </a:tabLst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Ellipse 10">
            <a:extLst>
              <a:ext uri="{FF2B5EF4-FFF2-40B4-BE49-F238E27FC236}">
                <a16:creationId xmlns:a16="http://schemas.microsoft.com/office/drawing/2014/main" id="{1DCA9AEF-2ECD-A84F-9A26-440E3B9D5DCE}"/>
              </a:ext>
            </a:extLst>
          </p:cNvPr>
          <p:cNvSpPr/>
          <p:nvPr userDrawn="1"/>
        </p:nvSpPr>
        <p:spPr>
          <a:xfrm>
            <a:off x="4873587" y="1772816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Ellipse 10">
            <a:extLst>
              <a:ext uri="{FF2B5EF4-FFF2-40B4-BE49-F238E27FC236}">
                <a16:creationId xmlns:a16="http://schemas.microsoft.com/office/drawing/2014/main" id="{46536D43-9CB6-7441-91FE-860FE16A91FF}"/>
              </a:ext>
            </a:extLst>
          </p:cNvPr>
          <p:cNvSpPr/>
          <p:nvPr userDrawn="1"/>
        </p:nvSpPr>
        <p:spPr>
          <a:xfrm>
            <a:off x="1057088" y="1772816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3" name="Ellipse 10">
            <a:extLst>
              <a:ext uri="{FF2B5EF4-FFF2-40B4-BE49-F238E27FC236}">
                <a16:creationId xmlns:a16="http://schemas.microsoft.com/office/drawing/2014/main" id="{C83ACDED-BB71-9F4D-95AA-CBB086D8DB10}"/>
              </a:ext>
            </a:extLst>
          </p:cNvPr>
          <p:cNvSpPr/>
          <p:nvPr userDrawn="1"/>
        </p:nvSpPr>
        <p:spPr>
          <a:xfrm>
            <a:off x="8690083" y="1772816"/>
            <a:ext cx="2448000" cy="2448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098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7">
            <a:extLst>
              <a:ext uri="{FF2B5EF4-FFF2-40B4-BE49-F238E27FC236}">
                <a16:creationId xmlns:a16="http://schemas.microsoft.com/office/drawing/2014/main" id="{9300C8B8-EFBC-4C7E-92C9-8F5FDB04A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2049" y="1182733"/>
            <a:ext cx="7704826" cy="249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/>
              <a:t>Position, Titel (Abschluss)</a:t>
            </a: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0B69560F-4195-47B1-AB38-3E8CB5C2F5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2049" y="663576"/>
            <a:ext cx="7704826" cy="49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/>
              <a:t>Vorname Name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AC3FA56-9096-4A44-8595-F8061ADE4423}"/>
              </a:ext>
            </a:extLst>
          </p:cNvPr>
          <p:cNvCxnSpPr>
            <a:cxnSpLocks/>
          </p:cNvCxnSpPr>
          <p:nvPr userDrawn="1"/>
        </p:nvCxnSpPr>
        <p:spPr>
          <a:xfrm>
            <a:off x="732049" y="1854681"/>
            <a:ext cx="7704826" cy="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platzhalter 29">
            <a:extLst>
              <a:ext uri="{FF2B5EF4-FFF2-40B4-BE49-F238E27FC236}">
                <a16:creationId xmlns:a16="http://schemas.microsoft.com/office/drawing/2014/main" id="{D89C3406-9433-4CEA-804F-6B381C6490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048" y="2691550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</a:t>
            </a:r>
          </a:p>
        </p:txBody>
      </p:sp>
      <p:sp>
        <p:nvSpPr>
          <p:cNvPr id="9" name="Textplatzhalter 33">
            <a:extLst>
              <a:ext uri="{FF2B5EF4-FFF2-40B4-BE49-F238E27FC236}">
                <a16:creationId xmlns:a16="http://schemas.microsoft.com/office/drawing/2014/main" id="{EDE2839F-66C4-40A3-BD04-6E0B19EBF7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83669" y="2960573"/>
            <a:ext cx="5553205" cy="588993"/>
          </a:xfrm>
          <a:prstGeom prst="rect">
            <a:avLst/>
          </a:prstGeom>
        </p:spPr>
        <p:txBody>
          <a:bodyPr/>
          <a:lstStyle>
            <a:lvl1pPr marL="88900" indent="-88900"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 der Tätigkeit/Rolle mittels Spiegelstrichen</a:t>
            </a:r>
          </a:p>
          <a:p>
            <a:pPr lvl="0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F548B7D-9D03-499D-AD90-EEC2C3C73829}"/>
              </a:ext>
            </a:extLst>
          </p:cNvPr>
          <p:cNvSpPr txBox="1"/>
          <p:nvPr userDrawn="1"/>
        </p:nvSpPr>
        <p:spPr>
          <a:xfrm>
            <a:off x="7354046" y="1608123"/>
            <a:ext cx="1082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Stand: </a:t>
            </a:r>
            <a:fld id="{379CF11C-4E5F-4532-A525-08E7E23FA4F6}" type="datetime1">
              <a:rPr lang="de-DE" sz="80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13.10.2026</a:t>
            </a:fld>
            <a:endParaRPr lang="de-DE" sz="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platzhalter 29">
            <a:extLst>
              <a:ext uri="{FF2B5EF4-FFF2-40B4-BE49-F238E27FC236}">
                <a16:creationId xmlns:a16="http://schemas.microsoft.com/office/drawing/2014/main" id="{C3AC2D3F-3703-451E-844D-85492118A7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83670" y="2691549"/>
            <a:ext cx="5553204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Projekttitel</a:t>
            </a:r>
          </a:p>
        </p:txBody>
      </p:sp>
      <p:sp>
        <p:nvSpPr>
          <p:cNvPr id="12" name="Textplatzhalter 48">
            <a:extLst>
              <a:ext uri="{FF2B5EF4-FFF2-40B4-BE49-F238E27FC236}">
                <a16:creationId xmlns:a16="http://schemas.microsoft.com/office/drawing/2014/main" id="{F3FF51EE-4E2C-455B-AB6D-143DA0AA2E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431843" y="3762977"/>
            <a:ext cx="2230711" cy="2327471"/>
          </a:xfrm>
          <a:prstGeom prst="rect">
            <a:avLst/>
          </a:prstGeom>
        </p:spPr>
        <p:txBody>
          <a:bodyPr/>
          <a:lstStyle>
            <a:lvl1pPr marL="88900" indent="-88900"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Hier ist Platz für eine Aufzählung deiner Kompetenzen, Sprachkenntnisse,… mittels Spiegelstrichen. </a:t>
            </a:r>
          </a:p>
        </p:txBody>
      </p:sp>
      <p:sp>
        <p:nvSpPr>
          <p:cNvPr id="13" name="Textplatzhalter 29">
            <a:extLst>
              <a:ext uri="{FF2B5EF4-FFF2-40B4-BE49-F238E27FC236}">
                <a16:creationId xmlns:a16="http://schemas.microsoft.com/office/drawing/2014/main" id="{5675AD3E-C563-4F98-912B-CB17BD78A8D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2048" y="2960573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Branche</a:t>
            </a:r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5143D82D-6AE4-4888-A4B7-136166E2C77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2048" y="3169165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Ort</a:t>
            </a:r>
          </a:p>
        </p:txBody>
      </p:sp>
      <p:sp>
        <p:nvSpPr>
          <p:cNvPr id="15" name="Textplatzhalter 29">
            <a:extLst>
              <a:ext uri="{FF2B5EF4-FFF2-40B4-BE49-F238E27FC236}">
                <a16:creationId xmlns:a16="http://schemas.microsoft.com/office/drawing/2014/main" id="{F75BB25E-83E8-4266-9BF1-3DDE47BCF51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048" y="3377757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MM.JJJJ – MM.JJJJ</a:t>
            </a:r>
          </a:p>
        </p:txBody>
      </p:sp>
      <p:sp>
        <p:nvSpPr>
          <p:cNvPr id="16" name="Textplatzhalter 29">
            <a:extLst>
              <a:ext uri="{FF2B5EF4-FFF2-40B4-BE49-F238E27FC236}">
                <a16:creationId xmlns:a16="http://schemas.microsoft.com/office/drawing/2014/main" id="{B317D8E7-2B43-42DD-ADBF-5C456760D12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2048" y="3961989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</a:t>
            </a:r>
          </a:p>
        </p:txBody>
      </p:sp>
      <p:sp>
        <p:nvSpPr>
          <p:cNvPr id="17" name="Textplatzhalter 33">
            <a:extLst>
              <a:ext uri="{FF2B5EF4-FFF2-40B4-BE49-F238E27FC236}">
                <a16:creationId xmlns:a16="http://schemas.microsoft.com/office/drawing/2014/main" id="{FB71C03A-C5FA-44F6-A006-C4E163F5586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83669" y="4231013"/>
            <a:ext cx="5553205" cy="588993"/>
          </a:xfrm>
          <a:prstGeom prst="rect">
            <a:avLst/>
          </a:prstGeom>
        </p:spPr>
        <p:txBody>
          <a:bodyPr/>
          <a:lstStyle>
            <a:lvl1pPr marL="88900" indent="-88900"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 der Tätigkeit/Rolle mittels Spiegelstrichen</a:t>
            </a:r>
          </a:p>
          <a:p>
            <a:pPr lvl="0"/>
            <a:endParaRPr lang="de-DE"/>
          </a:p>
        </p:txBody>
      </p: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8BE52369-4F46-4E39-9981-EE5B54AC11D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83670" y="3961988"/>
            <a:ext cx="5553204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Projekttitel</a:t>
            </a:r>
          </a:p>
        </p:txBody>
      </p:sp>
      <p:sp>
        <p:nvSpPr>
          <p:cNvPr id="19" name="Textplatzhalter 29">
            <a:extLst>
              <a:ext uri="{FF2B5EF4-FFF2-40B4-BE49-F238E27FC236}">
                <a16:creationId xmlns:a16="http://schemas.microsoft.com/office/drawing/2014/main" id="{2E17E8C9-41DB-4079-AE01-5B649781AD5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048" y="4231013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Branche</a:t>
            </a:r>
          </a:p>
        </p:txBody>
      </p:sp>
      <p:sp>
        <p:nvSpPr>
          <p:cNvPr id="20" name="Textplatzhalter 29">
            <a:extLst>
              <a:ext uri="{FF2B5EF4-FFF2-40B4-BE49-F238E27FC236}">
                <a16:creationId xmlns:a16="http://schemas.microsoft.com/office/drawing/2014/main" id="{F0FBFD60-7222-4039-B54C-598E9CFA97D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2048" y="4439605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Ort</a:t>
            </a:r>
          </a:p>
        </p:txBody>
      </p:sp>
      <p:sp>
        <p:nvSpPr>
          <p:cNvPr id="21" name="Textplatzhalter 29">
            <a:extLst>
              <a:ext uri="{FF2B5EF4-FFF2-40B4-BE49-F238E27FC236}">
                <a16:creationId xmlns:a16="http://schemas.microsoft.com/office/drawing/2014/main" id="{63F43269-3B2B-4460-9730-40F41549819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2048" y="4648197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MM.JJJJ – MM.JJJJ</a:t>
            </a:r>
          </a:p>
        </p:txBody>
      </p:sp>
      <p:sp>
        <p:nvSpPr>
          <p:cNvPr id="22" name="Textplatzhalter 29">
            <a:extLst>
              <a:ext uri="{FF2B5EF4-FFF2-40B4-BE49-F238E27FC236}">
                <a16:creationId xmlns:a16="http://schemas.microsoft.com/office/drawing/2014/main" id="{DBEC4799-AC84-4461-AA21-03003ED19B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048" y="5232433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</a:t>
            </a:r>
          </a:p>
        </p:txBody>
      </p:sp>
      <p:sp>
        <p:nvSpPr>
          <p:cNvPr id="23" name="Textplatzhalter 33">
            <a:extLst>
              <a:ext uri="{FF2B5EF4-FFF2-40B4-BE49-F238E27FC236}">
                <a16:creationId xmlns:a16="http://schemas.microsoft.com/office/drawing/2014/main" id="{11068A68-89B3-4364-90B5-0B3848D821B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883669" y="5501456"/>
            <a:ext cx="5553205" cy="588993"/>
          </a:xfrm>
          <a:prstGeom prst="rect">
            <a:avLst/>
          </a:prstGeom>
        </p:spPr>
        <p:txBody>
          <a:bodyPr/>
          <a:lstStyle>
            <a:lvl1pPr marL="88900" indent="-88900"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 der Tätigkeit/Rolle mittels Spiegelstrichen</a:t>
            </a:r>
          </a:p>
          <a:p>
            <a:pPr lvl="0"/>
            <a:endParaRPr lang="de-DE"/>
          </a:p>
        </p:txBody>
      </p:sp>
      <p:sp>
        <p:nvSpPr>
          <p:cNvPr id="24" name="Textplatzhalter 29">
            <a:extLst>
              <a:ext uri="{FF2B5EF4-FFF2-40B4-BE49-F238E27FC236}">
                <a16:creationId xmlns:a16="http://schemas.microsoft.com/office/drawing/2014/main" id="{313820BA-7C52-4B12-BAAD-1DDAD138502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883670" y="5232432"/>
            <a:ext cx="5553204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Projekttitel</a:t>
            </a:r>
          </a:p>
        </p:txBody>
      </p:sp>
      <p:sp>
        <p:nvSpPr>
          <p:cNvPr id="25" name="Textplatzhalter 29">
            <a:extLst>
              <a:ext uri="{FF2B5EF4-FFF2-40B4-BE49-F238E27FC236}">
                <a16:creationId xmlns:a16="http://schemas.microsoft.com/office/drawing/2014/main" id="{F3DF6B3A-ABE6-4BC5-88E3-A5CF7FCAB1A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2048" y="5501456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Branche</a:t>
            </a:r>
          </a:p>
        </p:txBody>
      </p:sp>
      <p:sp>
        <p:nvSpPr>
          <p:cNvPr id="26" name="Textplatzhalter 29">
            <a:extLst>
              <a:ext uri="{FF2B5EF4-FFF2-40B4-BE49-F238E27FC236}">
                <a16:creationId xmlns:a16="http://schemas.microsoft.com/office/drawing/2014/main" id="{4EBA0141-DB93-48A2-9BE3-60C7AF9F817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2048" y="5710048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Ort</a:t>
            </a:r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DD3C45F4-152B-4349-B475-9B5855BE686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2048" y="5918640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MM.JJJJ – MM.JJJJ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2E4C7ED-069C-4DAB-9847-ED4D8D95BDED}"/>
              </a:ext>
            </a:extLst>
          </p:cNvPr>
          <p:cNvSpPr txBox="1"/>
          <p:nvPr userDrawn="1"/>
        </p:nvSpPr>
        <p:spPr>
          <a:xfrm>
            <a:off x="624979" y="2254611"/>
            <a:ext cx="7704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Relevante Projekte.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B31DAD8-5FED-4254-9AD1-9640B548EED7}"/>
              </a:ext>
            </a:extLst>
          </p:cNvPr>
          <p:cNvSpPr txBox="1"/>
          <p:nvPr userDrawn="1"/>
        </p:nvSpPr>
        <p:spPr>
          <a:xfrm>
            <a:off x="9317597" y="3307012"/>
            <a:ext cx="2344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chemeClr val="accent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Überblick</a:t>
            </a:r>
            <a:r>
              <a:rPr lang="de-DE" sz="1600">
                <a:solidFill>
                  <a:schemeClr val="accent3"/>
                </a:solidFill>
                <a:latin typeface="+mn-lt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7EA406CC-AAB7-4074-B95F-B6CE8A8E5DAE}"/>
              </a:ext>
            </a:extLst>
          </p:cNvPr>
          <p:cNvSpPr/>
          <p:nvPr userDrawn="1"/>
        </p:nvSpPr>
        <p:spPr>
          <a:xfrm>
            <a:off x="9350986" y="510602"/>
            <a:ext cx="2311567" cy="2311567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EF7C00"/>
                </a:gs>
                <a:gs pos="100000">
                  <a:srgbClr val="951981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Bildplatzhalter 6">
            <a:extLst>
              <a:ext uri="{FF2B5EF4-FFF2-40B4-BE49-F238E27FC236}">
                <a16:creationId xmlns:a16="http://schemas.microsoft.com/office/drawing/2014/main" id="{ABBF9142-49ED-431B-B1CB-7DD144526F53}"/>
              </a:ext>
            </a:extLst>
          </p:cNvPr>
          <p:cNvSpPr>
            <a:spLocks noGrp="1" noChangeAspect="1"/>
          </p:cNvSpPr>
          <p:nvPr>
            <p:ph type="pic" sz="quarter" idx="61"/>
          </p:nvPr>
        </p:nvSpPr>
        <p:spPr>
          <a:xfrm>
            <a:off x="9398968" y="564602"/>
            <a:ext cx="2209586" cy="2209586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8242814-4E2F-47BD-BE0B-E22F77EFBA8B}"/>
              </a:ext>
            </a:extLst>
          </p:cNvPr>
          <p:cNvSpPr txBox="1"/>
          <p:nvPr userDrawn="1"/>
        </p:nvSpPr>
        <p:spPr>
          <a:xfrm>
            <a:off x="648000" y="1605533"/>
            <a:ext cx="8136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adesso</a:t>
            </a:r>
            <a:r>
              <a:rPr lang="de-DE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orange AG</a:t>
            </a:r>
          </a:p>
        </p:txBody>
      </p:sp>
    </p:spTree>
    <p:extLst>
      <p:ext uri="{BB962C8B-B14F-4D97-AF65-F5344CB8AC3E}">
        <p14:creationId xmlns:p14="http://schemas.microsoft.com/office/powerpoint/2010/main" val="34614944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of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7">
            <a:extLst>
              <a:ext uri="{FF2B5EF4-FFF2-40B4-BE49-F238E27FC236}">
                <a16:creationId xmlns:a16="http://schemas.microsoft.com/office/drawing/2014/main" id="{9300C8B8-EFBC-4C7E-92C9-8F5FDB04A5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2049" y="1182733"/>
            <a:ext cx="7704826" cy="249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/>
              <a:t>Position, Titel (Abschluss)</a:t>
            </a: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0B69560F-4195-47B1-AB38-3E8CB5C2F5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2049" y="663576"/>
            <a:ext cx="7704826" cy="4923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/>
              <a:t>Vorname Name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AC3FA56-9096-4A44-8595-F8061ADE4423}"/>
              </a:ext>
            </a:extLst>
          </p:cNvPr>
          <p:cNvCxnSpPr>
            <a:cxnSpLocks/>
          </p:cNvCxnSpPr>
          <p:nvPr userDrawn="1"/>
        </p:nvCxnSpPr>
        <p:spPr>
          <a:xfrm>
            <a:off x="732049" y="1854681"/>
            <a:ext cx="7704826" cy="0"/>
          </a:xfrm>
          <a:prstGeom prst="line">
            <a:avLst/>
          </a:prstGeom>
          <a:ln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platzhalter 29">
            <a:extLst>
              <a:ext uri="{FF2B5EF4-FFF2-40B4-BE49-F238E27FC236}">
                <a16:creationId xmlns:a16="http://schemas.microsoft.com/office/drawing/2014/main" id="{D89C3406-9433-4CEA-804F-6B381C6490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048" y="2691550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</a:t>
            </a:r>
          </a:p>
        </p:txBody>
      </p:sp>
      <p:sp>
        <p:nvSpPr>
          <p:cNvPr id="9" name="Textplatzhalter 33">
            <a:extLst>
              <a:ext uri="{FF2B5EF4-FFF2-40B4-BE49-F238E27FC236}">
                <a16:creationId xmlns:a16="http://schemas.microsoft.com/office/drawing/2014/main" id="{EDE2839F-66C4-40A3-BD04-6E0B19EBF7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83669" y="2960573"/>
            <a:ext cx="5553205" cy="588993"/>
          </a:xfrm>
          <a:prstGeom prst="rect">
            <a:avLst/>
          </a:prstGeom>
        </p:spPr>
        <p:txBody>
          <a:bodyPr/>
          <a:lstStyle>
            <a:lvl1pPr marL="88900" indent="-88900"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 der Tätigkeit/Rolle mittels Spiegelstrichen</a:t>
            </a:r>
          </a:p>
          <a:p>
            <a:pPr lvl="0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F548B7D-9D03-499D-AD90-EEC2C3C73829}"/>
              </a:ext>
            </a:extLst>
          </p:cNvPr>
          <p:cNvSpPr txBox="1"/>
          <p:nvPr userDrawn="1"/>
        </p:nvSpPr>
        <p:spPr>
          <a:xfrm>
            <a:off x="7354046" y="1608123"/>
            <a:ext cx="10828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Stand: </a:t>
            </a:r>
            <a:fld id="{379CF11C-4E5F-4532-A525-08E7E23FA4F6}" type="datetime1">
              <a:rPr lang="de-DE" sz="800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r"/>
              <a:t>13.10.2026</a:t>
            </a:fld>
            <a:endParaRPr lang="de-DE" sz="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platzhalter 29">
            <a:extLst>
              <a:ext uri="{FF2B5EF4-FFF2-40B4-BE49-F238E27FC236}">
                <a16:creationId xmlns:a16="http://schemas.microsoft.com/office/drawing/2014/main" id="{C3AC2D3F-3703-451E-844D-85492118A7C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83670" y="2691549"/>
            <a:ext cx="5553204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Projekttitel</a:t>
            </a:r>
          </a:p>
        </p:txBody>
      </p:sp>
      <p:sp>
        <p:nvSpPr>
          <p:cNvPr id="12" name="Textplatzhalter 48">
            <a:extLst>
              <a:ext uri="{FF2B5EF4-FFF2-40B4-BE49-F238E27FC236}">
                <a16:creationId xmlns:a16="http://schemas.microsoft.com/office/drawing/2014/main" id="{F3FF51EE-4E2C-455B-AB6D-143DA0AA2E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431843" y="3762977"/>
            <a:ext cx="2230711" cy="2327471"/>
          </a:xfrm>
          <a:prstGeom prst="rect">
            <a:avLst/>
          </a:prstGeom>
        </p:spPr>
        <p:txBody>
          <a:bodyPr/>
          <a:lstStyle>
            <a:lvl1pPr marL="88900" indent="-88900">
              <a:defRPr sz="1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Hier ist Platz für eine Aufzählung deiner Kompetenzen, Sprachkenntnisse,… mittels Spiegelstrichen. </a:t>
            </a:r>
          </a:p>
        </p:txBody>
      </p:sp>
      <p:sp>
        <p:nvSpPr>
          <p:cNvPr id="13" name="Textplatzhalter 29">
            <a:extLst>
              <a:ext uri="{FF2B5EF4-FFF2-40B4-BE49-F238E27FC236}">
                <a16:creationId xmlns:a16="http://schemas.microsoft.com/office/drawing/2014/main" id="{5675AD3E-C563-4F98-912B-CB17BD78A8D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32048" y="2960573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Branche</a:t>
            </a:r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5143D82D-6AE4-4888-A4B7-136166E2C77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32048" y="3169165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Ort</a:t>
            </a:r>
          </a:p>
        </p:txBody>
      </p:sp>
      <p:sp>
        <p:nvSpPr>
          <p:cNvPr id="15" name="Textplatzhalter 29">
            <a:extLst>
              <a:ext uri="{FF2B5EF4-FFF2-40B4-BE49-F238E27FC236}">
                <a16:creationId xmlns:a16="http://schemas.microsoft.com/office/drawing/2014/main" id="{F75BB25E-83E8-4266-9BF1-3DDE47BCF51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048" y="3377757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MM.JJJJ – MM.JJJJ</a:t>
            </a:r>
          </a:p>
        </p:txBody>
      </p:sp>
      <p:sp>
        <p:nvSpPr>
          <p:cNvPr id="16" name="Textplatzhalter 29">
            <a:extLst>
              <a:ext uri="{FF2B5EF4-FFF2-40B4-BE49-F238E27FC236}">
                <a16:creationId xmlns:a16="http://schemas.microsoft.com/office/drawing/2014/main" id="{B317D8E7-2B43-42DD-ADBF-5C456760D12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32048" y="3961989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</a:t>
            </a:r>
          </a:p>
        </p:txBody>
      </p:sp>
      <p:sp>
        <p:nvSpPr>
          <p:cNvPr id="17" name="Textplatzhalter 33">
            <a:extLst>
              <a:ext uri="{FF2B5EF4-FFF2-40B4-BE49-F238E27FC236}">
                <a16:creationId xmlns:a16="http://schemas.microsoft.com/office/drawing/2014/main" id="{FB71C03A-C5FA-44F6-A006-C4E163F5586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83669" y="4231013"/>
            <a:ext cx="5553205" cy="588993"/>
          </a:xfrm>
          <a:prstGeom prst="rect">
            <a:avLst/>
          </a:prstGeom>
        </p:spPr>
        <p:txBody>
          <a:bodyPr/>
          <a:lstStyle>
            <a:lvl1pPr marL="88900" indent="-88900"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 der Tätigkeit/Rolle mittels Spiegelstrichen</a:t>
            </a:r>
          </a:p>
          <a:p>
            <a:pPr lvl="0"/>
            <a:endParaRPr lang="de-DE"/>
          </a:p>
        </p:txBody>
      </p:sp>
      <p:sp>
        <p:nvSpPr>
          <p:cNvPr id="18" name="Textplatzhalter 29">
            <a:extLst>
              <a:ext uri="{FF2B5EF4-FFF2-40B4-BE49-F238E27FC236}">
                <a16:creationId xmlns:a16="http://schemas.microsoft.com/office/drawing/2014/main" id="{8BE52369-4F46-4E39-9981-EE5B54AC11D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883670" y="3961988"/>
            <a:ext cx="5553204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Projekttitel</a:t>
            </a:r>
          </a:p>
        </p:txBody>
      </p:sp>
      <p:sp>
        <p:nvSpPr>
          <p:cNvPr id="19" name="Textplatzhalter 29">
            <a:extLst>
              <a:ext uri="{FF2B5EF4-FFF2-40B4-BE49-F238E27FC236}">
                <a16:creationId xmlns:a16="http://schemas.microsoft.com/office/drawing/2014/main" id="{2E17E8C9-41DB-4079-AE01-5B649781AD5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048" y="4231013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Branche</a:t>
            </a:r>
          </a:p>
        </p:txBody>
      </p:sp>
      <p:sp>
        <p:nvSpPr>
          <p:cNvPr id="20" name="Textplatzhalter 29">
            <a:extLst>
              <a:ext uri="{FF2B5EF4-FFF2-40B4-BE49-F238E27FC236}">
                <a16:creationId xmlns:a16="http://schemas.microsoft.com/office/drawing/2014/main" id="{F0FBFD60-7222-4039-B54C-598E9CFA97D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2048" y="4439605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Ort</a:t>
            </a:r>
          </a:p>
        </p:txBody>
      </p:sp>
      <p:sp>
        <p:nvSpPr>
          <p:cNvPr id="21" name="Textplatzhalter 29">
            <a:extLst>
              <a:ext uri="{FF2B5EF4-FFF2-40B4-BE49-F238E27FC236}">
                <a16:creationId xmlns:a16="http://schemas.microsoft.com/office/drawing/2014/main" id="{63F43269-3B2B-4460-9730-40F41549819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2048" y="4648197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MM.JJJJ – MM.JJJJ</a:t>
            </a:r>
          </a:p>
        </p:txBody>
      </p:sp>
      <p:sp>
        <p:nvSpPr>
          <p:cNvPr id="22" name="Textplatzhalter 29">
            <a:extLst>
              <a:ext uri="{FF2B5EF4-FFF2-40B4-BE49-F238E27FC236}">
                <a16:creationId xmlns:a16="http://schemas.microsoft.com/office/drawing/2014/main" id="{DBEC4799-AC84-4461-AA21-03003ED19B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048" y="5232433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</a:t>
            </a:r>
          </a:p>
        </p:txBody>
      </p:sp>
      <p:sp>
        <p:nvSpPr>
          <p:cNvPr id="23" name="Textplatzhalter 33">
            <a:extLst>
              <a:ext uri="{FF2B5EF4-FFF2-40B4-BE49-F238E27FC236}">
                <a16:creationId xmlns:a16="http://schemas.microsoft.com/office/drawing/2014/main" id="{11068A68-89B3-4364-90B5-0B3848D821B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883669" y="5501456"/>
            <a:ext cx="5553205" cy="588993"/>
          </a:xfrm>
          <a:prstGeom prst="rect">
            <a:avLst/>
          </a:prstGeom>
        </p:spPr>
        <p:txBody>
          <a:bodyPr/>
          <a:lstStyle>
            <a:lvl1pPr marL="88900" indent="-88900"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Beschreibung der Tätigkeit/Rolle mittels Spiegelstrichen</a:t>
            </a:r>
          </a:p>
          <a:p>
            <a:pPr lvl="0"/>
            <a:endParaRPr lang="de-DE"/>
          </a:p>
        </p:txBody>
      </p:sp>
      <p:sp>
        <p:nvSpPr>
          <p:cNvPr id="24" name="Textplatzhalter 29">
            <a:extLst>
              <a:ext uri="{FF2B5EF4-FFF2-40B4-BE49-F238E27FC236}">
                <a16:creationId xmlns:a16="http://schemas.microsoft.com/office/drawing/2014/main" id="{313820BA-7C52-4B12-BAAD-1DDAD138502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883670" y="5232432"/>
            <a:ext cx="5553204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Projekttitel</a:t>
            </a:r>
          </a:p>
        </p:txBody>
      </p:sp>
      <p:sp>
        <p:nvSpPr>
          <p:cNvPr id="25" name="Textplatzhalter 29">
            <a:extLst>
              <a:ext uri="{FF2B5EF4-FFF2-40B4-BE49-F238E27FC236}">
                <a16:creationId xmlns:a16="http://schemas.microsoft.com/office/drawing/2014/main" id="{F3DF6B3A-ABE6-4BC5-88E3-A5CF7FCAB1A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32048" y="5501456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Branche</a:t>
            </a:r>
          </a:p>
        </p:txBody>
      </p:sp>
      <p:sp>
        <p:nvSpPr>
          <p:cNvPr id="26" name="Textplatzhalter 29">
            <a:extLst>
              <a:ext uri="{FF2B5EF4-FFF2-40B4-BE49-F238E27FC236}">
                <a16:creationId xmlns:a16="http://schemas.microsoft.com/office/drawing/2014/main" id="{4EBA0141-DB93-48A2-9BE3-60C7AF9F817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32048" y="5710048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Ort</a:t>
            </a:r>
          </a:p>
        </p:txBody>
      </p:sp>
      <p:sp>
        <p:nvSpPr>
          <p:cNvPr id="27" name="Textplatzhalter 29">
            <a:extLst>
              <a:ext uri="{FF2B5EF4-FFF2-40B4-BE49-F238E27FC236}">
                <a16:creationId xmlns:a16="http://schemas.microsoft.com/office/drawing/2014/main" id="{DD3C45F4-152B-4349-B475-9B5855BE686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32048" y="5918640"/>
            <a:ext cx="2018538" cy="1718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MM.JJJJ – MM.JJJJ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2E4C7ED-069C-4DAB-9847-ED4D8D95BDED}"/>
              </a:ext>
            </a:extLst>
          </p:cNvPr>
          <p:cNvSpPr txBox="1"/>
          <p:nvPr userDrawn="1"/>
        </p:nvSpPr>
        <p:spPr>
          <a:xfrm>
            <a:off x="624979" y="2254611"/>
            <a:ext cx="7704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Relevante Projekte.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B31DAD8-5FED-4254-9AD1-9640B548EED7}"/>
              </a:ext>
            </a:extLst>
          </p:cNvPr>
          <p:cNvSpPr txBox="1"/>
          <p:nvPr userDrawn="1"/>
        </p:nvSpPr>
        <p:spPr>
          <a:xfrm>
            <a:off x="9317597" y="3307012"/>
            <a:ext cx="2344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60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Überblick</a:t>
            </a:r>
            <a:r>
              <a:rPr lang="de-DE" sz="1600">
                <a:solidFill>
                  <a:schemeClr val="accent1"/>
                </a:solidFill>
                <a:latin typeface="+mn-lt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31" name="Bildplatzhalter 6">
            <a:extLst>
              <a:ext uri="{FF2B5EF4-FFF2-40B4-BE49-F238E27FC236}">
                <a16:creationId xmlns:a16="http://schemas.microsoft.com/office/drawing/2014/main" id="{ABBF9142-49ED-431B-B1CB-7DD144526F53}"/>
              </a:ext>
            </a:extLst>
          </p:cNvPr>
          <p:cNvSpPr>
            <a:spLocks noGrp="1" noChangeAspect="1"/>
          </p:cNvSpPr>
          <p:nvPr>
            <p:ph type="pic" sz="quarter" idx="61"/>
          </p:nvPr>
        </p:nvSpPr>
        <p:spPr>
          <a:xfrm>
            <a:off x="9398968" y="564602"/>
            <a:ext cx="2209586" cy="2209586"/>
          </a:xfrm>
          <a:prstGeom prst="ellipse">
            <a:avLst/>
          </a:prstGeom>
          <a:ln w="38100" cmpd="sng">
            <a:gradFill flip="none" rotWithShape="1">
              <a:gsLst>
                <a:gs pos="0">
                  <a:schemeClr val="bg1"/>
                </a:gs>
                <a:gs pos="100000">
                  <a:schemeClr val="bg1"/>
                </a:gs>
              </a:gsLst>
              <a:lin ang="1890000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8512"/>
                      <a:gd name="connsiteY0" fmla="*/ 1224256 h 2448512"/>
                      <a:gd name="connsiteX1" fmla="*/ 1224256 w 2448512"/>
                      <a:gd name="connsiteY1" fmla="*/ 0 h 2448512"/>
                      <a:gd name="connsiteX2" fmla="*/ 2448512 w 2448512"/>
                      <a:gd name="connsiteY2" fmla="*/ 1224256 h 2448512"/>
                      <a:gd name="connsiteX3" fmla="*/ 1224256 w 2448512"/>
                      <a:gd name="connsiteY3" fmla="*/ 2448512 h 2448512"/>
                      <a:gd name="connsiteX4" fmla="*/ 0 w 2448512"/>
                      <a:gd name="connsiteY4" fmla="*/ 1224256 h 24485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48512" h="2448512" fill="none" extrusionOk="0">
                        <a:moveTo>
                          <a:pt x="0" y="1224256"/>
                        </a:moveTo>
                        <a:cubicBezTo>
                          <a:pt x="167088" y="567940"/>
                          <a:pt x="618944" y="-145759"/>
                          <a:pt x="1224256" y="0"/>
                        </a:cubicBezTo>
                        <a:cubicBezTo>
                          <a:pt x="1765893" y="-20597"/>
                          <a:pt x="2346444" y="644214"/>
                          <a:pt x="2448512" y="1224256"/>
                        </a:cubicBezTo>
                        <a:cubicBezTo>
                          <a:pt x="2446197" y="1878313"/>
                          <a:pt x="1825483" y="2552616"/>
                          <a:pt x="1224256" y="2448512"/>
                        </a:cubicBezTo>
                        <a:cubicBezTo>
                          <a:pt x="628808" y="2493686"/>
                          <a:pt x="172307" y="1941823"/>
                          <a:pt x="0" y="1224256"/>
                        </a:cubicBezTo>
                        <a:close/>
                      </a:path>
                      <a:path w="2448512" h="2448512" stroke="0" extrusionOk="0">
                        <a:moveTo>
                          <a:pt x="0" y="1224256"/>
                        </a:moveTo>
                        <a:cubicBezTo>
                          <a:pt x="-166581" y="445367"/>
                          <a:pt x="447452" y="37782"/>
                          <a:pt x="1224256" y="0"/>
                        </a:cubicBezTo>
                        <a:cubicBezTo>
                          <a:pt x="1935140" y="7315"/>
                          <a:pt x="2283964" y="553350"/>
                          <a:pt x="2448512" y="1224256"/>
                        </a:cubicBezTo>
                        <a:cubicBezTo>
                          <a:pt x="2400119" y="1947653"/>
                          <a:pt x="1874149" y="2593575"/>
                          <a:pt x="1224256" y="2448512"/>
                        </a:cubicBezTo>
                        <a:cubicBezTo>
                          <a:pt x="442246" y="2390587"/>
                          <a:pt x="50325" y="1924440"/>
                          <a:pt x="0" y="1224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rgbClr val="464646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8242814-4E2F-47BD-BE0B-E22F77EFBA8B}"/>
              </a:ext>
            </a:extLst>
          </p:cNvPr>
          <p:cNvSpPr txBox="1"/>
          <p:nvPr userDrawn="1"/>
        </p:nvSpPr>
        <p:spPr>
          <a:xfrm>
            <a:off x="648000" y="1605533"/>
            <a:ext cx="81369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de-DE" sz="100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adesso</a:t>
            </a:r>
            <a:r>
              <a:rPr lang="de-DE" sz="1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orange AG</a:t>
            </a:r>
          </a:p>
        </p:txBody>
      </p:sp>
      <p:sp>
        <p:nvSpPr>
          <p:cNvPr id="34" name="Ellipse 10">
            <a:extLst>
              <a:ext uri="{FF2B5EF4-FFF2-40B4-BE49-F238E27FC236}">
                <a16:creationId xmlns:a16="http://schemas.microsoft.com/office/drawing/2014/main" id="{4A946100-3E7E-4245-8B15-89920FC671EF}"/>
              </a:ext>
            </a:extLst>
          </p:cNvPr>
          <p:cNvSpPr/>
          <p:nvPr userDrawn="1"/>
        </p:nvSpPr>
        <p:spPr>
          <a:xfrm>
            <a:off x="9348965" y="510602"/>
            <a:ext cx="2309592" cy="2309592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89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511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57230-7045-40B8-AA38-A7F65FDF8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Unsere Referenzen</a:t>
            </a:r>
          </a:p>
        </p:txBody>
      </p:sp>
    </p:spTree>
    <p:extLst>
      <p:ext uri="{BB962C8B-B14F-4D97-AF65-F5344CB8AC3E}">
        <p14:creationId xmlns:p14="http://schemas.microsoft.com/office/powerpoint/2010/main" val="42006919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el und Inhalt grauer Hintergr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3DB27585-3AED-E0C3-FB5F-7B18B86A5A9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43081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0" imgH="595" progId="TCLayout.ActiveDocument.1">
                  <p:embed/>
                </p:oleObj>
              </mc:Choice>
              <mc:Fallback>
                <p:oleObj name="think-cell Folie" r:id="rId3" imgW="590" imgH="595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3DB27585-3AED-E0C3-FB5F-7B18B86A5A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B35C64E1-3F82-4535-86A5-F9BFB15E5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8108" y="6084909"/>
            <a:ext cx="683642" cy="47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73370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000" y="1691999"/>
            <a:ext cx="11545200" cy="4392000"/>
          </a:xfrm>
        </p:spPr>
        <p:txBody>
          <a:bodyPr tIns="0"/>
          <a:lstStyle>
            <a:lvl1pPr algn="l">
              <a:defRPr b="0"/>
            </a:lvl1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3504937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und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5448" y="273602"/>
            <a:ext cx="11525206" cy="40626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35447" y="1365252"/>
            <a:ext cx="11525208" cy="313639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121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apiteltrenn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04625" y="-311268"/>
            <a:ext cx="7490782" cy="7728966"/>
          </a:xfrm>
        </p:spPr>
        <p:txBody>
          <a:bodyPr wrap="square" anchor="ctr">
            <a:sp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4133" b="1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Platzhalter </a:t>
            </a:r>
            <a:br>
              <a:rPr lang="de-DE"/>
            </a:br>
            <a:r>
              <a:rPr lang="de-DE"/>
              <a:t>Kapiteltrennfolie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4522" y="2702400"/>
            <a:ext cx="2738280" cy="11424666"/>
          </a:xfrm>
        </p:spPr>
        <p:txBody>
          <a:bodyPr wrap="square" lIns="0" rIns="108000">
            <a:spAutoFit/>
          </a:bodyPr>
          <a:lstStyle>
            <a:lvl1pPr algn="r">
              <a:spcBef>
                <a:spcPts val="0"/>
              </a:spcBef>
              <a:defRPr sz="10666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#01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35446" y="6528002"/>
            <a:ext cx="432113" cy="1846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D9C3213-04BB-488E-8B79-7D501642EA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49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335446" y="6528002"/>
            <a:ext cx="432113" cy="184665"/>
          </a:xfrm>
          <a:prstGeom prst="rect">
            <a:avLst/>
          </a:prstGeom>
        </p:spPr>
        <p:txBody>
          <a:bodyPr/>
          <a:lstStyle/>
          <a:p>
            <a:fld id="{7D9C3213-04BB-488E-8B79-7D501642EA53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 bwMode="gray">
          <a:xfrm>
            <a:off x="6192864" y="1365252"/>
            <a:ext cx="6002312" cy="5039783"/>
          </a:xfrm>
          <a:solidFill>
            <a:srgbClr val="F0F0F0"/>
          </a:solidFill>
        </p:spPr>
        <p:txBody>
          <a:bodyPr/>
          <a:lstStyle>
            <a:lvl1pPr marL="0" marR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/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bg2"/>
              </a:buClr>
              <a:buSzTx/>
              <a:buFontTx/>
              <a:buNone/>
              <a:tabLst/>
              <a:defRPr/>
            </a:pPr>
            <a:r>
              <a:rPr lang="en-US"/>
              <a:t>Click icon to add picture</a:t>
            </a:r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4521" y="1365252"/>
            <a:ext cx="5667793" cy="503978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Subheadline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87127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335446" y="6528002"/>
            <a:ext cx="432113" cy="184665"/>
          </a:xfrm>
          <a:prstGeom prst="rect">
            <a:avLst/>
          </a:prstGeom>
        </p:spPr>
        <p:txBody>
          <a:bodyPr/>
          <a:lstStyle/>
          <a:p>
            <a:fld id="{7D9C3213-04BB-488E-8B79-7D501642EA5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45699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, Subheadline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5448" y="273602"/>
            <a:ext cx="11525206" cy="40626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35447" y="1365252"/>
            <a:ext cx="11525208" cy="3136392"/>
          </a:xfrm>
        </p:spPr>
        <p:txBody>
          <a:bodyPr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936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5448" y="273602"/>
            <a:ext cx="11525206" cy="4062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335446" y="6528002"/>
            <a:ext cx="432113" cy="184665"/>
          </a:xfrm>
          <a:prstGeom prst="rect">
            <a:avLst/>
          </a:prstGeom>
        </p:spPr>
        <p:txBody>
          <a:bodyPr/>
          <a:lstStyle/>
          <a:p>
            <a:fld id="{7D9C3213-04BB-488E-8B79-7D501642EA53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5448" y="1892830"/>
            <a:ext cx="5667793" cy="4512204"/>
          </a:xfrm>
        </p:spPr>
        <p:txBody>
          <a:bodyPr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192863" y="1892830"/>
            <a:ext cx="5667792" cy="451220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35447" y="1365252"/>
            <a:ext cx="5667795" cy="3136392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92864" y="1365252"/>
            <a:ext cx="5667795" cy="3136392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947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335448" y="273602"/>
            <a:ext cx="11525206" cy="4062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335446" y="6528002"/>
            <a:ext cx="432113" cy="18466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192863" y="1365252"/>
            <a:ext cx="5667792" cy="5039783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de-DE"/>
              <a:t>Subheadline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</p:txBody>
      </p:sp>
    </p:spTree>
    <p:extLst>
      <p:ext uri="{BB962C8B-B14F-4D97-AF65-F5344CB8AC3E}">
        <p14:creationId xmlns:p14="http://schemas.microsoft.com/office/powerpoint/2010/main" val="2290155776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/Out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489F20B-BBCD-A3A7-10D0-F905F49F3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4498992" y="2637000"/>
            <a:ext cx="3197192" cy="12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6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B5D5D99-F1C8-BFD2-6A39-BBC22026C7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166434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5D5D99-F1C8-BFD2-6A39-BBC22026C7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201" y="1269000"/>
            <a:ext cx="8282906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202" y="3213000"/>
            <a:ext cx="8282905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550" y="6381100"/>
            <a:ext cx="8282557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9948490" y="366900"/>
            <a:ext cx="1980516" cy="781224"/>
          </a:xfrm>
          <a:prstGeom prst="rect">
            <a:avLst/>
          </a:prstGeom>
        </p:spPr>
      </p:pic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408106" y="6481980"/>
            <a:ext cx="216056" cy="98743"/>
          </a:xfrm>
          <a:prstGeom prst="rect">
            <a:avLst/>
          </a:prstGeom>
        </p:spPr>
      </p:pic>
      <p:sp>
        <p:nvSpPr>
          <p:cNvPr id="2" name="Arrow">
            <a:extLst>
              <a:ext uri="{FF2B5EF4-FFF2-40B4-BE49-F238E27FC236}">
                <a16:creationId xmlns:a16="http://schemas.microsoft.com/office/drawing/2014/main" id="{E6FD122C-0A1E-1C04-2CAD-B7A81638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2844" y="5445000"/>
            <a:ext cx="720188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04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3725F2B-7ACB-05F5-B3D7-C02685D357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456234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725F2B-7ACB-05F5-B3D7-C02685D357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201" y="1269000"/>
            <a:ext cx="8282906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202" y="3213000"/>
            <a:ext cx="8282905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365A73C-A722-36D8-2989-21881458F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550" y="6381100"/>
            <a:ext cx="8282557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5" name="Pill_small">
            <a:extLst>
              <a:ext uri="{FF2B5EF4-FFF2-40B4-BE49-F238E27FC236}">
                <a16:creationId xmlns:a16="http://schemas.microsoft.com/office/drawing/2014/main" id="{AF33988A-A889-CE3D-1F77-FE4B05D0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408106" y="6481980"/>
            <a:ext cx="216056" cy="98743"/>
          </a:xfrm>
          <a:prstGeom prst="rect">
            <a:avLst/>
          </a:prstGeom>
        </p:spPr>
      </p:pic>
      <p:pic>
        <p:nvPicPr>
          <p:cNvPr id="6" name="Logo">
            <a:extLst>
              <a:ext uri="{FF2B5EF4-FFF2-40B4-BE49-F238E27FC236}">
                <a16:creationId xmlns:a16="http://schemas.microsoft.com/office/drawing/2014/main" id="{90DCB562-3B1C-F7F5-F354-6234DC8BF1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8490" y="366900"/>
            <a:ext cx="1980516" cy="781224"/>
          </a:xfrm>
          <a:prstGeom prst="rect">
            <a:avLst/>
          </a:prstGeom>
        </p:spPr>
      </p:pic>
      <p:sp>
        <p:nvSpPr>
          <p:cNvPr id="8" name="Arrow">
            <a:extLst>
              <a:ext uri="{FF2B5EF4-FFF2-40B4-BE49-F238E27FC236}">
                <a16:creationId xmlns:a16="http://schemas.microsoft.com/office/drawing/2014/main" id="{230985C2-B223-BE1C-0204-CF27E13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2844" y="5445000"/>
            <a:ext cx="720188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9912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EEF9155-EE20-D3CA-DD92-01E0FB74BB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2831012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EF9155-EE20-D3CA-DD92-01E0FB74B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Gradient">
            <a:extLst>
              <a:ext uri="{FF2B5EF4-FFF2-40B4-BE49-F238E27FC236}">
                <a16:creationId xmlns:a16="http://schemas.microsoft.com/office/drawing/2014/main" id="{31C9061C-135B-7D39-F3B0-52C4E55CA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201" y="1269000"/>
            <a:ext cx="8282906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202" y="3213000"/>
            <a:ext cx="8282905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5201A347-F79F-92F1-94F1-D7D4F7C345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550" y="6381100"/>
            <a:ext cx="8282557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9480952-B8AA-375F-48D8-8A4929F55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9948490" y="366900"/>
            <a:ext cx="1980516" cy="781224"/>
          </a:xfrm>
          <a:prstGeom prst="rect">
            <a:avLst/>
          </a:prstGeom>
        </p:spPr>
      </p:pic>
      <p:sp>
        <p:nvSpPr>
          <p:cNvPr id="2" name="Pill_small_TextPH">
            <a:extLst>
              <a:ext uri="{FF2B5EF4-FFF2-40B4-BE49-F238E27FC236}">
                <a16:creationId xmlns:a16="http://schemas.microsoft.com/office/drawing/2014/main" id="{ABEAE662-A103-9D7A-2778-58B4D4DDF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8094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71910733-75D9-EA24-14FA-A3C0A8A86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2844" y="5445000"/>
            <a:ext cx="720188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481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8F9CC4F-72C1-9CB1-A14F-074F35DF4C4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925725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F9CC4F-72C1-9CB1-A14F-074F35DF4C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3">
            <a:extLst>
              <a:ext uri="{FF2B5EF4-FFF2-40B4-BE49-F238E27FC236}">
                <a16:creationId xmlns:a16="http://schemas.microsoft.com/office/drawing/2014/main" id="{622AFC4E-7444-AAD1-46FC-BB6853DA8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5" name="Bildkontrast">
            <a:extLst>
              <a:ext uri="{FF2B5EF4-FFF2-40B4-BE49-F238E27FC236}">
                <a16:creationId xmlns:a16="http://schemas.microsoft.com/office/drawing/2014/main" id="{3639B452-EC7D-BF1A-07F8-BEB5B1C9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3717000"/>
            <a:ext cx="12195175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201" y="1269000"/>
            <a:ext cx="8282906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/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202" y="3213000"/>
            <a:ext cx="8282905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tx2"/>
                </a:solidFill>
                <a:latin typeface="+mj-lt"/>
              </a:defRPr>
            </a:lvl9pPr>
          </a:lstStyle>
          <a:p>
            <a:r>
              <a:rPr lang="en-GB"/>
              <a:t>Subtitle of the presentation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3FF88096-6C49-1451-EB92-E5E2BC16ED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550" y="6381100"/>
            <a:ext cx="8282557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8490" y="366900"/>
            <a:ext cx="1980516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ED359A5-AD86-85BA-0C81-D5926F376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2844" y="5445000"/>
            <a:ext cx="720188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ll_small_TextPH">
            <a:extLst>
              <a:ext uri="{FF2B5EF4-FFF2-40B4-BE49-F238E27FC236}">
                <a16:creationId xmlns:a16="http://schemas.microsoft.com/office/drawing/2014/main" id="{B7472438-0CDB-1E5D-7E50-6063D6DE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8094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4638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slide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FB0FDDB-A961-9532-7262-F63096E20B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84413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B0FDDB-A961-9532-7262-F63096E20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4E78C348-519D-0A32-5392-9E0129C90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1E06408D-6EC6-57B1-31FB-9D5F7492BE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1"/>
            <a:ext cx="12195175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25DA1B8D-3DCE-A530-1FEC-2E35C88DC4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8201" y="1269000"/>
            <a:ext cx="8282906" cy="1800000"/>
          </a:xfrm>
        </p:spPr>
        <p:txBody>
          <a:bodyPr vert="horz" anchor="b" anchorCtr="0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768202" y="3213000"/>
            <a:ext cx="8282905" cy="1872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/>
              <a:t>Subtitle of the </a:t>
            </a:r>
            <a:r>
              <a:rPr lang="en-GB" err="1"/>
              <a:t>presentatio</a:t>
            </a:r>
            <a:endParaRPr lang="en-GB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739350E-2979-D47B-334C-37F1CC111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768550" y="6381100"/>
            <a:ext cx="8282557" cy="216000"/>
          </a:xfrm>
          <a:prstGeom prst="rect">
            <a:avLst/>
          </a:prstGeo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bg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Place | Date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164FF3D2-32EC-360C-70D7-B6B5243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9948490" y="366900"/>
            <a:ext cx="1980516" cy="781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Arrow">
            <a:extLst>
              <a:ext uri="{FF2B5EF4-FFF2-40B4-BE49-F238E27FC236}">
                <a16:creationId xmlns:a16="http://schemas.microsoft.com/office/drawing/2014/main" id="{0CBF9589-32BE-207C-0458-B3216DEB2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10922844" y="5445000"/>
            <a:ext cx="720188" cy="720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B1C6230C-21C7-FFD0-5494-C0A42156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408094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67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7759">
          <p15:clr>
            <a:srgbClr val="FBAE40"/>
          </p15:clr>
        </p15:guide>
        <p15:guide id="2" pos="512">
          <p15:clr>
            <a:srgbClr val="FBAE40"/>
          </p15:clr>
        </p15:guide>
        <p15:guide id="3" orient="horz" pos="2142">
          <p15:clr>
            <a:srgbClr val="FBAE40"/>
          </p15:clr>
        </p15:guide>
        <p15:guide id="4" orient="horz" pos="204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7C93870-2A84-760E-6E40-D6AFF40E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09533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C93870-2A84-760E-6E40-D6AFF40E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A8352EBC-2700-434A-AF4F-D1EBB3509A84}" type="datetime1">
              <a:rPr lang="de-DE" smtClean="0"/>
              <a:t>13.10.2026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5963" y="1773238"/>
            <a:ext cx="10730794" cy="4392612"/>
          </a:xfrm>
          <a:prstGeom prst="rect">
            <a:avLst/>
          </a:prstGeom>
        </p:spPr>
        <p:txBody>
          <a:bodyPr numCol="2" spcCol="504000"/>
          <a:lstStyle>
            <a:lvl1pPr marL="360000" indent="-360000">
              <a:spcBef>
                <a:spcPts val="1800"/>
              </a:spcBef>
              <a:buFont typeface="+mj-lt"/>
              <a:buAutoNum type="arabicPeriod"/>
              <a:defRPr sz="1800" b="1">
                <a:solidFill>
                  <a:schemeClr val="tx2"/>
                </a:solidFill>
              </a:defRPr>
            </a:lvl1pPr>
            <a:lvl2pPr marL="360000" indent="0">
              <a:spcBef>
                <a:spcPts val="200"/>
              </a:spcBef>
              <a:spcAft>
                <a:spcPts val="200"/>
              </a:spcAft>
              <a:buFont typeface="+mj-lt"/>
              <a:buNone/>
              <a:defRPr sz="1600" b="1"/>
            </a:lvl2pPr>
            <a:lvl3pPr marL="360000" indent="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None/>
              <a:defRPr/>
            </a:lvl3pPr>
            <a:lvl4pPr marL="503238" indent="-144000">
              <a:spcBef>
                <a:spcPts val="200"/>
              </a:spcBef>
              <a:spcAft>
                <a:spcPts val="200"/>
              </a:spcAft>
              <a:buFont typeface="Fira Sans" panose="020B0503050000020004" pitchFamily="34" charset="0"/>
              <a:buChar char="&gt;"/>
              <a:defRPr sz="1400" b="0">
                <a:solidFill>
                  <a:schemeClr val="tx1"/>
                </a:solidFill>
              </a:defRPr>
            </a:lvl4pPr>
            <a:lvl5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720000" indent="-180000"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105574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2C41A53-F3D3-1C21-B135-C5F120504F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454622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C41A53-F3D3-1C21-B135-C5F120504F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962" y="512676"/>
            <a:ext cx="10730794" cy="1080000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GB"/>
              <a:t>Add Agenda title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5331816-FB86-467E-8E18-B98C2145ED83}" type="datetime1">
              <a:rPr lang="de-DE" smtClean="0"/>
              <a:t>13.10.2026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6" name="Textplatzhalter 24">
            <a:extLst>
              <a:ext uri="{FF2B5EF4-FFF2-40B4-BE49-F238E27FC236}">
                <a16:creationId xmlns:a16="http://schemas.microsoft.com/office/drawing/2014/main" id="{A34E9E74-1E39-8109-360B-A3E55855FB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056129" y="177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7" name="Textplatzhalter 26">
            <a:extLst>
              <a:ext uri="{FF2B5EF4-FFF2-40B4-BE49-F238E27FC236}">
                <a16:creationId xmlns:a16="http://schemas.microsoft.com/office/drawing/2014/main" id="{2255F337-75B4-13CD-224C-DC966FC86B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776396" y="177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9" name="Textplatzhalter 24">
            <a:extLst>
              <a:ext uri="{FF2B5EF4-FFF2-40B4-BE49-F238E27FC236}">
                <a16:creationId xmlns:a16="http://schemas.microsoft.com/office/drawing/2014/main" id="{0A994108-587A-7B5F-4BD0-6F34AA17C9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1056129" y="285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2" name="Textplatzhalter 26">
            <a:extLst>
              <a:ext uri="{FF2B5EF4-FFF2-40B4-BE49-F238E27FC236}">
                <a16:creationId xmlns:a16="http://schemas.microsoft.com/office/drawing/2014/main" id="{9F6EBA83-B83B-576B-64CB-ADBD6A177C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1776396" y="285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Textplatzhalter 24">
            <a:extLst>
              <a:ext uri="{FF2B5EF4-FFF2-40B4-BE49-F238E27FC236}">
                <a16:creationId xmlns:a16="http://schemas.microsoft.com/office/drawing/2014/main" id="{A85BDE73-D5CD-FDB8-02C4-D50A3BDF24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1056275" y="393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16" name="Textplatzhalter 26">
            <a:extLst>
              <a:ext uri="{FF2B5EF4-FFF2-40B4-BE49-F238E27FC236}">
                <a16:creationId xmlns:a16="http://schemas.microsoft.com/office/drawing/2014/main" id="{C28D690A-02FF-09B1-EB6C-A73F9BFFB9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1776543" y="393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8" name="Textplatzhalter 24">
            <a:extLst>
              <a:ext uri="{FF2B5EF4-FFF2-40B4-BE49-F238E27FC236}">
                <a16:creationId xmlns:a16="http://schemas.microsoft.com/office/drawing/2014/main" id="{B0EEA235-157C-0DD6-1EB1-2D101F4663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056421" y="501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0" name="Textplatzhalter 26">
            <a:extLst>
              <a:ext uri="{FF2B5EF4-FFF2-40B4-BE49-F238E27FC236}">
                <a16:creationId xmlns:a16="http://schemas.microsoft.com/office/drawing/2014/main" id="{BC8510BB-7A4F-C027-FA67-05A980A607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1776689" y="501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2" name="Textplatzhalter 24">
            <a:extLst>
              <a:ext uri="{FF2B5EF4-FFF2-40B4-BE49-F238E27FC236}">
                <a16:creationId xmlns:a16="http://schemas.microsoft.com/office/drawing/2014/main" id="{B5942F88-B110-49D8-9B60-2E1BDDB760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457535" y="177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45D253A2-A960-9F2B-AEF1-67F11650474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177803" y="177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B53778D-F9BD-F40B-2FC9-0BF34E3C9B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457681" y="285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BF3534A-653F-64D8-B01B-F7561A40B87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7177949" y="285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614F4393-383C-9CEE-68FA-59D2E8749B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457827" y="393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F681518D-1909-6D73-E5C0-0842A0100D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7178095" y="393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D1FC226F-83E0-2226-D377-F8376BD009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457973" y="5013474"/>
            <a:ext cx="648169" cy="468000"/>
          </a:xfrm>
          <a:prstGeom prst="rect">
            <a:avLst/>
          </a:prstGeom>
        </p:spPr>
        <p:txBody>
          <a:bodyPr lIns="0" t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600" b="1">
                <a:solidFill>
                  <a:schemeClr val="bg2"/>
                </a:solidFill>
                <a:latin typeface="+mn-lt"/>
              </a:defRPr>
            </a:lvl9pPr>
          </a:lstStyle>
          <a:p>
            <a:r>
              <a:rPr lang="en-GB"/>
              <a:t>00</a:t>
            </a:r>
          </a:p>
        </p:txBody>
      </p:sp>
      <p:sp>
        <p:nvSpPr>
          <p:cNvPr id="35" name="Textplatzhalter 26">
            <a:extLst>
              <a:ext uri="{FF2B5EF4-FFF2-40B4-BE49-F238E27FC236}">
                <a16:creationId xmlns:a16="http://schemas.microsoft.com/office/drawing/2014/main" id="{10BA3EAB-FA0C-46B7-0CD7-F2A12D81A5C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7178241" y="5013000"/>
            <a:ext cx="4609266" cy="1008000"/>
          </a:xfrm>
          <a:prstGeom prst="rect">
            <a:avLst/>
          </a:prstGeom>
          <a:noFill/>
        </p:spPr>
        <p:txBody>
          <a:bodyPr tIns="82800" rIns="14400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 marL="0" indent="0">
              <a:spcBef>
                <a:spcPts val="200"/>
              </a:spcBef>
              <a:spcAft>
                <a:spcPts val="0"/>
              </a:spcAft>
              <a:buNone/>
              <a:defRPr sz="1800" b="1">
                <a:latin typeface="+mn-lt"/>
              </a:defRPr>
            </a:lvl2pPr>
            <a:lvl3pPr marL="0" indent="0">
              <a:spcAft>
                <a:spcPts val="0"/>
              </a:spcAft>
              <a:buFontTx/>
              <a:buNone/>
              <a:defRPr sz="1400"/>
            </a:lvl3pPr>
            <a:lvl4pPr marL="144000" indent="-144000">
              <a:spcAft>
                <a:spcPts val="0"/>
              </a:spcAft>
              <a:buFont typeface="Fira Sans" panose="020B0503050000020004" pitchFamily="34" charset="0"/>
              <a:buChar char="&gt;"/>
              <a:defRPr sz="1400"/>
            </a:lvl4pPr>
            <a:lvl5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5pPr>
            <a:lvl6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6pPr>
            <a:lvl7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7pPr>
            <a:lvl8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8pPr>
            <a:lvl9pPr marL="288000" indent="-1440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-"/>
              <a:defRPr sz="14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/>
              <a:t>Agenda point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5511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117">
          <p15:clr>
            <a:srgbClr val="F26B43"/>
          </p15:clr>
        </p15:guide>
        <p15:guide id="2" pos="665">
          <p15:clr>
            <a:srgbClr val="F26B43"/>
          </p15:clr>
        </p15:guide>
        <p15:guide id="3" orient="horz" pos="3883">
          <p15:clr>
            <a:srgbClr val="F26B43"/>
          </p15:clr>
        </p15:guide>
        <p15:guide id="4" pos="7423">
          <p15:clr>
            <a:srgbClr val="F26B43"/>
          </p15:clr>
        </p15:guide>
        <p15:guide id="5" orient="horz" pos="323">
          <p15:clr>
            <a:srgbClr val="F26B43"/>
          </p15:clr>
        </p15:guide>
        <p15:guide id="6" pos="257">
          <p15:clr>
            <a:srgbClr val="A4A3A4"/>
          </p15:clr>
        </p15:guide>
        <p15:guide id="7" pos="4067">
          <p15:clr>
            <a:srgbClr val="F26B43"/>
          </p15:clr>
        </p15:guide>
        <p15:guide id="8" pos="4021">
          <p15:clr>
            <a:srgbClr val="F26B43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1225CE66-DBB8-739C-40C1-C7EF786AB8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375412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25CE66-DBB8-739C-40C1-C7EF786AB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>
            <a:extLst>
              <a:ext uri="{FF2B5EF4-FFF2-40B4-BE49-F238E27FC236}">
                <a16:creationId xmlns:a16="http://schemas.microsoft.com/office/drawing/2014/main" id="{0BB22A48-E4FC-DF04-EDD8-73946BA75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7494" y="6309000"/>
            <a:ext cx="1080281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488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1055963" y="1268900"/>
            <a:ext cx="8858968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1055963" y="3428912"/>
            <a:ext cx="8858968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03B95DAB-F1F6-45D6-8C4E-A7F6F3925E56}" type="datetime1">
              <a:rPr lang="de-DE" smtClean="0"/>
              <a:t>13.10.2026</a:t>
            </a:fld>
            <a:endParaRPr lang="en-GB"/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2DB93664-3E0D-919B-F3B1-3E8CAFEE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4769" y="4761000"/>
            <a:ext cx="756197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1A681424-DE77-3A71-67F9-9FDE8392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6157603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3166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05D2FC8-3E8B-9EBE-7745-7873E532D1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267844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5D2FC8-3E8B-9EBE-7745-7873E532D1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dient">
            <a:extLst>
              <a:ext uri="{FF2B5EF4-FFF2-40B4-BE49-F238E27FC236}">
                <a16:creationId xmlns:a16="http://schemas.microsoft.com/office/drawing/2014/main" id="{B723CF16-9659-CD27-BFD2-E5AD0C84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B2167822-301A-923D-3BF1-98C43E5DD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963" y="1268900"/>
            <a:ext cx="8858968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AC21517-510A-2A39-F899-3441461F4C0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963" y="3429000"/>
            <a:ext cx="8858968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  <a:p>
            <a:pPr lvl="1"/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67AC3E-0A28-4EB0-B05E-AE8B82F11586}" type="datetime1">
              <a:rPr lang="de-DE" smtClean="0"/>
              <a:t>13.10.2026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2E4ABAEA-6371-074E-FCF3-57D9898D4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6157603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Arrow">
            <a:extLst>
              <a:ext uri="{FF2B5EF4-FFF2-40B4-BE49-F238E27FC236}">
                <a16:creationId xmlns:a16="http://schemas.microsoft.com/office/drawing/2014/main" id="{EDBBED1B-023A-FACB-C4ED-EE7525F3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0634769" y="4761000"/>
            <a:ext cx="756197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E9F17F7-0B89-0E0F-48B9-E46CCAFBF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11326149" y="6414338"/>
            <a:ext cx="532939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050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7F45E01D-B563-537E-CFD1-CD6B55CE09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1316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45E01D-B563-537E-CFD1-CD6B55CE0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3">
            <a:extLst>
              <a:ext uri="{FF2B5EF4-FFF2-40B4-BE49-F238E27FC236}">
                <a16:creationId xmlns:a16="http://schemas.microsoft.com/office/drawing/2014/main" id="{39CCA402-DED7-2BB4-D820-6AF1A1083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  Picture</a:t>
            </a:r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90BF5578-7158-742D-B8B8-D8C5F96FE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0" y="3717000"/>
            <a:ext cx="12195175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9B9FB43F-5E8A-B6C3-EAA8-EA022913F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963" y="1268900"/>
            <a:ext cx="8858968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810752F5-186C-03FB-BB64-C5F1D9D9BC3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963" y="3428912"/>
            <a:ext cx="8858968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94317A-CA22-4F2F-A1D0-7607F4B88E59}" type="datetime1">
              <a:rPr lang="de-DE" smtClean="0"/>
              <a:t>13.10.2026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8DB6C231-C5BB-9B40-0F2A-1BA2BA977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7603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6149" y="6414338"/>
            <a:ext cx="532939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4769" y="4761000"/>
            <a:ext cx="756197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129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B718A833-D790-25B6-3705-635EEE5F5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055634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18A833-D790-25B6-3705-635EEE5F5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9">
            <a:extLst>
              <a:ext uri="{FF2B5EF4-FFF2-40B4-BE49-F238E27FC236}">
                <a16:creationId xmlns:a16="http://schemas.microsoft.com/office/drawing/2014/main" id="{27A5E866-5D91-E545-59A4-766B60DC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chemeClr val="accent3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>
                <a:solidFill>
                  <a:schemeClr val="bg1"/>
                </a:solidFill>
              </a:defRPr>
            </a:lvl9pPr>
          </a:lstStyle>
          <a:p>
            <a:r>
              <a:rPr lang="en-GB"/>
              <a:t>Add  Picture</a:t>
            </a:r>
          </a:p>
          <a:p>
            <a:pPr lvl="8"/>
            <a:endParaRPr lang="en-GB"/>
          </a:p>
        </p:txBody>
      </p:sp>
      <p:sp>
        <p:nvSpPr>
          <p:cNvPr id="7" name="Bildkontrast">
            <a:extLst>
              <a:ext uri="{FF2B5EF4-FFF2-40B4-BE49-F238E27FC236}">
                <a16:creationId xmlns:a16="http://schemas.microsoft.com/office/drawing/2014/main" id="{C4753983-0865-0D4C-9133-0A99B811D1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3717001"/>
            <a:ext cx="12195175" cy="3141001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9685288D-DB07-51CF-3109-4D7FFCFE5B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5963" y="1268900"/>
            <a:ext cx="8858968" cy="2088100"/>
          </a:xfrm>
        </p:spPr>
        <p:txBody>
          <a:bodyPr vert="horz" anchor="b"/>
          <a:lstStyle>
            <a:lvl1pPr>
              <a:lnSpc>
                <a:spcPct val="85000"/>
              </a:lnSpc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1A90195-8AAA-0454-4861-29ED43B27E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1055963" y="3429000"/>
            <a:ext cx="8858968" cy="1440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6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</a:t>
            </a:r>
            <a:br>
              <a:rPr lang="en-GB"/>
            </a:br>
            <a:r>
              <a:rPr lang="en-GB"/>
              <a:t>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F9D330-ABD6-4AAB-99AA-1CCD5AE7817F}" type="datetime1">
              <a:rPr lang="de-DE" smtClean="0"/>
              <a:t>13.10.2026</a:t>
            </a:fld>
            <a:endParaRPr lang="en-GB"/>
          </a:p>
        </p:txBody>
      </p:sp>
      <p:sp>
        <p:nvSpPr>
          <p:cNvPr id="2" name="Pill_small_TextPH">
            <a:extLst>
              <a:ext uri="{FF2B5EF4-FFF2-40B4-BE49-F238E27FC236}">
                <a16:creationId xmlns:a16="http://schemas.microsoft.com/office/drawing/2014/main" id="{C72E5158-DD49-5499-FBFE-A16D5756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gray">
          <a:xfrm>
            <a:off x="6157603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6149" y="6414338"/>
            <a:ext cx="532939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Arrow">
            <a:extLst>
              <a:ext uri="{FF2B5EF4-FFF2-40B4-BE49-F238E27FC236}">
                <a16:creationId xmlns:a16="http://schemas.microsoft.com/office/drawing/2014/main" id="{0BE17F32-D6B0-F910-E9F6-968829D7A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4"/>
          </p:nvPr>
        </p:nvSpPr>
        <p:spPr bwMode="gray">
          <a:xfrm>
            <a:off x="10634769" y="4761000"/>
            <a:ext cx="756197" cy="75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40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44">
          <p15:clr>
            <a:srgbClr val="F26B43"/>
          </p15:clr>
        </p15:guide>
        <p15:guide id="2" orient="horz" pos="2115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665">
          <p15:clr>
            <a:srgbClr val="F26B43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AB0DA3CE-1438-CC6E-92E0-BAC3299E76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171662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0DA3CE-1438-CC6E-92E0-BAC3299E76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01841501-C7BA-52D7-E102-657F230B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37494" y="6309000"/>
            <a:ext cx="1080281" cy="549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indent="-177800" algn="l">
              <a:buClr>
                <a:schemeClr val="tx2"/>
              </a:buClr>
              <a:buFont typeface="Fira Sans" panose="020B0503050000020004" pitchFamily="34" charset="0"/>
              <a:buChar char="&gt;"/>
            </a:pPr>
            <a:endParaRPr lang="de-DE" sz="1600">
              <a:solidFill>
                <a:schemeClr val="tx2"/>
              </a:solidFill>
            </a:endParaRP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5CC9311B-B6CB-FE0C-EC7B-B293F448B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4000" y="0"/>
            <a:ext cx="5521174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85E3E958-EF24-1192-DF23-C5B3CBB04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4000" y="3717000"/>
            <a:ext cx="5521174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413E72D-B03A-1B4E-6E45-0A916192C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0"/>
            <a:ext cx="1872488" cy="981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408094" y="693000"/>
            <a:ext cx="57609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08094" y="2564912"/>
            <a:ext cx="5760950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tx2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962" y="6453000"/>
            <a:ext cx="4681219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4948" y="6414338"/>
            <a:ext cx="532939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67EB597F-EBBA-05B9-AE59-487919E8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9794" y="6453000"/>
            <a:ext cx="720188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F4E791-66AF-44BA-BAF8-08DB9F3C5573}" type="datetime1">
              <a:rPr lang="de-DE" smtClean="0"/>
              <a:t>13.10.2026</a:t>
            </a:fld>
            <a:endParaRPr lang="en-GB"/>
          </a:p>
        </p:txBody>
      </p:sp>
      <p:pic>
        <p:nvPicPr>
          <p:cNvPr id="13" name="Pill_small">
            <a:extLst>
              <a:ext uri="{FF2B5EF4-FFF2-40B4-BE49-F238E27FC236}">
                <a16:creationId xmlns:a16="http://schemas.microsoft.com/office/drawing/2014/main" id="{3CCED57A-1EA4-B4F0-C567-5A3A8AFE5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6156009" y="6475630"/>
            <a:ext cx="216056" cy="98743"/>
          </a:xfrm>
          <a:prstGeom prst="rect">
            <a:avLst/>
          </a:prstGeom>
        </p:spPr>
      </p:pic>
      <p:sp>
        <p:nvSpPr>
          <p:cNvPr id="14" name="Arrow">
            <a:extLst>
              <a:ext uri="{FF2B5EF4-FFF2-40B4-BE49-F238E27FC236}">
                <a16:creationId xmlns:a16="http://schemas.microsoft.com/office/drawing/2014/main" id="{648F5294-342F-CA40-080A-A8D3B1372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5287" y="4869000"/>
            <a:ext cx="1224319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ll_small_TextPH">
            <a:extLst>
              <a:ext uri="{FF2B5EF4-FFF2-40B4-BE49-F238E27FC236}">
                <a16:creationId xmlns:a16="http://schemas.microsoft.com/office/drawing/2014/main" id="{9DA40878-F5FF-B719-9BF7-C451E55AB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7603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483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half Pictur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6280B20-CA0F-5C3C-4EAB-EB7D755B9F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98594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80B20-CA0F-5C3C-4EAB-EB7D755B9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Verlauf">
            <a:extLst>
              <a:ext uri="{FF2B5EF4-FFF2-40B4-BE49-F238E27FC236}">
                <a16:creationId xmlns:a16="http://schemas.microsoft.com/office/drawing/2014/main" id="{3300AACF-0D35-1B88-AC4F-A1B0BB8FA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0" y="0"/>
            <a:ext cx="12195175" cy="6858000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716998EF-CD2E-E8D7-4A07-69B504815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74001" y="0"/>
            <a:ext cx="5521174" cy="6858000"/>
          </a:xfrm>
          <a:prstGeom prst="rect">
            <a:avLst/>
          </a:prstGeom>
          <a:solidFill>
            <a:schemeClr val="bg2"/>
          </a:solidFill>
        </p:spPr>
        <p:txBody>
          <a:bodyPr bIns="576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tabLst>
                <a:tab pos="8607425" algn="l"/>
              </a:tabLst>
              <a:defRPr sz="1000" b="0"/>
            </a:lvl1pPr>
            <a:lvl2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2pPr>
            <a:lvl3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3pPr>
            <a:lvl4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4pPr>
            <a:lvl5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5pPr>
            <a:lvl6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6pPr>
            <a:lvl7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7pPr>
            <a:lvl8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8pPr>
            <a:lvl9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000" b="0"/>
            </a:lvl9pPr>
          </a:lstStyle>
          <a:p>
            <a:r>
              <a:rPr lang="en-GB"/>
              <a:t>Add  Picture</a:t>
            </a:r>
          </a:p>
        </p:txBody>
      </p:sp>
      <p:sp>
        <p:nvSpPr>
          <p:cNvPr id="4" name="Bildkontrast">
            <a:extLst>
              <a:ext uri="{FF2B5EF4-FFF2-40B4-BE49-F238E27FC236}">
                <a16:creationId xmlns:a16="http://schemas.microsoft.com/office/drawing/2014/main" id="{A9041A99-01BE-D2BD-943C-8D4A7ED86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4000" y="3717000"/>
            <a:ext cx="5521174" cy="3141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8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3428761-EC80-70E2-D1D7-90ECA56DCC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08094" y="693000"/>
            <a:ext cx="5760950" cy="1872000"/>
          </a:xfrm>
        </p:spPr>
        <p:txBody>
          <a:bodyPr vert="horz" anchor="b"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Name of the current section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83129EB0-3C89-AD69-6E13-431184196F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08095" y="2564912"/>
            <a:ext cx="5762251" cy="1944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4200" b="0">
                <a:solidFill>
                  <a:schemeClr val="bg1"/>
                </a:solidFill>
              </a:defRPr>
            </a:lvl9pPr>
          </a:lstStyle>
          <a:p>
            <a:r>
              <a:rPr lang="en-GB"/>
              <a:t>Optional short description of the current section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>
          <a:xfrm>
            <a:off x="1055962" y="6453000"/>
            <a:ext cx="4681219" cy="14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9" name="Logo">
            <a:extLst>
              <a:ext uri="{FF2B5EF4-FFF2-40B4-BE49-F238E27FC236}">
                <a16:creationId xmlns:a16="http://schemas.microsoft.com/office/drawing/2014/main" id="{25C40213-6EF5-E0DE-8879-CCCA605A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5"/>
          </p:nvPr>
        </p:nvSpPr>
        <p:spPr bwMode="gray">
          <a:xfrm>
            <a:off x="11324948" y="6414338"/>
            <a:ext cx="532939" cy="208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 t="-774" b="-774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Arrow">
            <a:extLst>
              <a:ext uri="{FF2B5EF4-FFF2-40B4-BE49-F238E27FC236}">
                <a16:creationId xmlns:a16="http://schemas.microsoft.com/office/drawing/2014/main" id="{7A197F93-C74A-7E15-7A87-A3BF743D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7"/>
          </p:nvPr>
        </p:nvSpPr>
        <p:spPr bwMode="gray">
          <a:xfrm>
            <a:off x="4945287" y="4869000"/>
            <a:ext cx="1224319" cy="1224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-432" b="-432"/>
            </a:stretch>
          </a:blipFill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600" b="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4BAFBB94-A8F3-114E-22EA-CF0F512A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6889794" y="6453000"/>
            <a:ext cx="720188" cy="144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44C4F6-ECEC-41CA-8981-B9615832D1CA}" type="datetime1">
              <a:rPr lang="de-DE" smtClean="0"/>
              <a:t>13.10.2026</a:t>
            </a:fld>
            <a:endParaRPr lang="en-GB"/>
          </a:p>
        </p:txBody>
      </p:sp>
      <p:sp>
        <p:nvSpPr>
          <p:cNvPr id="15" name="Pill_small_TextPH">
            <a:extLst>
              <a:ext uri="{FF2B5EF4-FFF2-40B4-BE49-F238E27FC236}">
                <a16:creationId xmlns:a16="http://schemas.microsoft.com/office/drawing/2014/main" id="{DA30F08B-093E-B39F-4AA8-B9A2F8A51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 bwMode="gray">
          <a:xfrm>
            <a:off x="6157603" y="6481979"/>
            <a:ext cx="215956" cy="972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 t="-770" b="-770"/>
            </a:stretch>
          </a:blipFill>
        </p:spPr>
        <p:txBody>
          <a:bodyPr/>
          <a:lstStyle>
            <a:lvl1pPr marL="0" indent="0">
              <a:buFontTx/>
              <a:buNone/>
              <a:defRPr sz="400" b="0">
                <a:noFill/>
              </a:defRPr>
            </a:lvl1pPr>
            <a:lvl2pPr marL="0" indent="0">
              <a:buFontTx/>
              <a:buNone/>
              <a:defRPr sz="400" b="0"/>
            </a:lvl2pPr>
            <a:lvl3pPr marL="0" indent="0">
              <a:buFontTx/>
              <a:buNone/>
              <a:defRPr sz="400" b="0"/>
            </a:lvl3pPr>
            <a:lvl4pPr marL="0" indent="0">
              <a:buFontTx/>
              <a:buNone/>
              <a:defRPr sz="400" b="0"/>
            </a:lvl4pPr>
            <a:lvl5pPr marL="0" indent="0">
              <a:buFontTx/>
              <a:buNone/>
              <a:defRPr sz="400" b="0"/>
            </a:lvl5pPr>
            <a:lvl6pPr marL="0" indent="0">
              <a:buFontTx/>
              <a:buNone/>
              <a:defRPr sz="400" b="0"/>
            </a:lvl6pPr>
            <a:lvl7pPr marL="0" indent="0">
              <a:buFontTx/>
              <a:buNone/>
              <a:defRPr sz="400" b="0"/>
            </a:lvl7pPr>
            <a:lvl8pPr marL="0" indent="0">
              <a:buFontTx/>
              <a:buNone/>
              <a:defRPr sz="400" b="0"/>
            </a:lvl8pPr>
            <a:lvl9pPr marL="0" indent="0">
              <a:buFontTx/>
              <a:buNone/>
              <a:defRPr sz="400" b="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6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616">
          <p15:clr>
            <a:srgbClr val="F26B43"/>
          </p15:clr>
        </p15:guide>
        <p15:guide id="6" pos="3885">
          <p15:clr>
            <a:srgbClr val="F26B43"/>
          </p15:clr>
        </p15:guide>
        <p15:guide id="8" pos="4203">
          <p15:clr>
            <a:srgbClr val="F26B43"/>
          </p15:clr>
        </p15:guide>
        <p15:guide id="9" pos="257">
          <p15:clr>
            <a:srgbClr val="F26B43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>
            <a:extLst>
              <a:ext uri="{FF2B5EF4-FFF2-40B4-BE49-F238E27FC236}">
                <a16:creationId xmlns:a16="http://schemas.microsoft.com/office/drawing/2014/main" id="{08730F2D-3D5A-B4FB-D0CB-CF57880E34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>
                        <a:extLst>
                          <a:ext uri="{FF2B5EF4-FFF2-40B4-BE49-F238E27FC236}">
                            <a16:creationId xmlns:a16="http://schemas.microsoft.com/office/drawing/2014/main" id="{08730F2D-3D5A-B4FB-D0CB-CF57880E3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20130F-1555-7891-3505-25DECEC0A55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B4AD4E-68CE-D4C7-ED38-CC183EBA28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4C3B36C-6022-7BD7-0AC1-FFEA36DFD57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773D0B3-0E64-FB65-99E1-555E9CC07F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E035269-1A81-436F-8B65-AE73A8B54016}" type="datetime1">
              <a:rPr lang="de-DE" smtClean="0"/>
              <a:t>13.10.2026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65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FBDD7BE-F636-39CC-30B8-30054345D7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8973531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BDD7BE-F636-39CC-30B8-30054345D7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/>
        <p:txBody>
          <a:bodyPr vert="horz"/>
          <a:lstStyle>
            <a:lvl1pPr>
              <a:defRPr/>
            </a:lvl1pPr>
          </a:lstStyle>
          <a:p>
            <a:r>
              <a:rPr lang="en-GB"/>
              <a:t>Add a maximum two-line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>
          <a:xfrm>
            <a:off x="408106" y="6453000"/>
            <a:ext cx="360094" cy="144000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8FF9B0DE-3FEB-4AA0-B465-B80EF7C1333D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Produktmanagement | adesso business consulting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DC43951-97E7-4FC7-9345-36CDD40812F2}" type="datetime1">
              <a:rPr lang="de-DE" smtClean="0"/>
              <a:t>13.10.2026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66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3">
          <p15:clr>
            <a:srgbClr val="F26B43"/>
          </p15:clr>
        </p15:guide>
        <p15:guide id="2" pos="665">
          <p15:clr>
            <a:srgbClr val="F26B43"/>
          </p15:clr>
        </p15:guide>
        <p15:guide id="3" pos="257">
          <p15:clr>
            <a:srgbClr val="A4A3A4"/>
          </p15:clr>
        </p15:guide>
        <p15:guide id="4" pos="7423">
          <p15:clr>
            <a:srgbClr val="F26B43"/>
          </p15:clr>
        </p15:guide>
        <p15:guide id="5" orient="horz" pos="1117">
          <p15:clr>
            <a:srgbClr val="F26B43"/>
          </p15:clr>
        </p15:guide>
        <p15:guide id="6" orient="horz" pos="3883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oleObject" Target="../embeddings/oleObject10.bin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ags" Target="../tags/tag17.xml"/><Relationship Id="rId17" Type="http://schemas.openxmlformats.org/officeDocument/2006/relationships/image" Target="../media/image11.wmf"/><Relationship Id="rId2" Type="http://schemas.openxmlformats.org/officeDocument/2006/relationships/slideLayout" Target="../slideLayouts/slideLayout36.xml"/><Relationship Id="rId16" Type="http://schemas.openxmlformats.org/officeDocument/2006/relationships/image" Target="../media/image10.wmf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ags" Target="../tags/tag16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8.png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9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6.xml"/><Relationship Id="rId18" Type="http://schemas.openxmlformats.org/officeDocument/2006/relationships/tags" Target="../tags/tag19.xml"/><Relationship Id="rId3" Type="http://schemas.openxmlformats.org/officeDocument/2006/relationships/slideLayout" Target="../slideLayouts/slideLayout46.xml"/><Relationship Id="rId21" Type="http://schemas.openxmlformats.org/officeDocument/2006/relationships/image" Target="../media/image13.emf"/><Relationship Id="rId7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5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59.xml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58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53.xml"/><Relationship Id="rId19" Type="http://schemas.openxmlformats.org/officeDocument/2006/relationships/tags" Target="../tags/tag20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7.xml"/><Relationship Id="rId22" Type="http://schemas.openxmlformats.org/officeDocument/2006/relationships/image" Target="../media/image1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148FB46A-897A-4FBB-9A4C-5AC388883895}"/>
              </a:ext>
            </a:extLst>
          </p:cNvPr>
          <p:cNvGraphicFramePr>
            <a:graphicFrameLocks noChangeAspect="1"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438050492"/>
              </p:ext>
            </p:extLst>
          </p:nvPr>
        </p:nvGraphicFramePr>
        <p:xfrm>
          <a:off x="1681" y="1680"/>
          <a:ext cx="1681" cy="1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7" imgW="344" imgH="345" progId="TCLayout.ActiveDocument.1">
                  <p:embed/>
                </p:oleObj>
              </mc:Choice>
              <mc:Fallback>
                <p:oleObj name="think-cell Folie" r:id="rId37" imgW="344" imgH="345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148FB46A-897A-4FBB-9A4C-5AC3888838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681" y="1680"/>
                        <a:ext cx="1681" cy="1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089" y="456976"/>
            <a:ext cx="5515292" cy="512177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180000" tIns="72000" rIns="180000" bIns="72000" rtlCol="0" anchor="ctr">
            <a:spAutoFit/>
          </a:bodyPr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090" y="1905187"/>
            <a:ext cx="11280998" cy="44202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err="1"/>
              <a:t>Mastertextformat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  <a:p>
            <a:pPr lvl="1"/>
            <a:r>
              <a:rPr lang="en-US" err="1"/>
              <a:t>Zweite</a:t>
            </a:r>
            <a:r>
              <a:rPr lang="en-US"/>
              <a:t> Ebene</a:t>
            </a:r>
          </a:p>
          <a:p>
            <a:pPr lvl="2"/>
            <a:r>
              <a:rPr lang="en-US" err="1"/>
              <a:t>Dritte</a:t>
            </a:r>
            <a:r>
              <a:rPr lang="en-US"/>
              <a:t> Ebene</a:t>
            </a:r>
          </a:p>
          <a:p>
            <a:pPr lvl="3"/>
            <a:r>
              <a:rPr lang="en-US" err="1"/>
              <a:t>Vierte</a:t>
            </a:r>
            <a:r>
              <a:rPr lang="en-US"/>
              <a:t> Ebene</a:t>
            </a:r>
          </a:p>
          <a:p>
            <a:pPr lvl="4"/>
            <a:r>
              <a:rPr lang="en-US" err="1"/>
              <a:t>Fünfte</a:t>
            </a:r>
            <a:r>
              <a:rPr lang="en-US"/>
              <a:t>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32218" y="6514924"/>
            <a:ext cx="762166" cy="19049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1058" b="1">
                <a:solidFill>
                  <a:schemeClr val="accent1"/>
                </a:solidFill>
              </a:defRPr>
            </a:lvl1pPr>
          </a:lstStyle>
          <a:p>
            <a:fld id="{CCBDC1AF-838D-4A47-BD4F-6A4AC89757EA}" type="datetime1">
              <a:rPr lang="de-DE" smtClean="0"/>
              <a:t>13.10.2026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831" y="6514924"/>
            <a:ext cx="6745170" cy="19049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58" b="1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Produktmanagement | adesso business consulting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0601" y="6514924"/>
            <a:ext cx="381083" cy="19049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tabLst>
                <a:tab pos="266692" algn="r"/>
              </a:tabLst>
              <a:defRPr sz="1058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|	</a:t>
            </a:r>
            <a:fld id="{D0900252-63E7-4240-86F3-6BA42DE0C288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3E1D6BD-E1C7-7E3A-94C4-99D8FB13F8BF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rcRect/>
          <a:stretch/>
        </p:blipFill>
        <p:spPr>
          <a:xfrm>
            <a:off x="10041539" y="379611"/>
            <a:ext cx="1976233" cy="63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2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7" r:id="rId15"/>
    <p:sldLayoutId id="2147483728" r:id="rId16"/>
    <p:sldLayoutId id="2147483736" r:id="rId17"/>
    <p:sldLayoutId id="2147483740" r:id="rId18"/>
    <p:sldLayoutId id="2147483661" r:id="rId19"/>
    <p:sldLayoutId id="2147483666" r:id="rId20"/>
    <p:sldLayoutId id="2147483667" r:id="rId21"/>
    <p:sldLayoutId id="2147483657" r:id="rId22"/>
    <p:sldLayoutId id="2147483660" r:id="rId23"/>
    <p:sldLayoutId id="2147483668" r:id="rId24"/>
    <p:sldLayoutId id="2147483669" r:id="rId25"/>
    <p:sldLayoutId id="2147483672" r:id="rId26"/>
    <p:sldLayoutId id="2147483673" r:id="rId27"/>
    <p:sldLayoutId id="2147483679" r:id="rId28"/>
    <p:sldLayoutId id="2147483703" r:id="rId29"/>
    <p:sldLayoutId id="2147483692" r:id="rId30"/>
    <p:sldLayoutId id="2147483704" r:id="rId31"/>
    <p:sldLayoutId id="2147483691" r:id="rId32"/>
    <p:sldLayoutId id="2147483705" r:id="rId33"/>
    <p:sldLayoutId id="2147483689" r:id="rId34"/>
  </p:sldLayoutIdLst>
  <p:hf hdr="0"/>
  <p:txStyles>
    <p:titleStyle>
      <a:lvl1pPr algn="l" defTabSz="914389" rtl="0" eaLnBrk="1" latinLnBrk="0" hangingPunct="1">
        <a:spcBef>
          <a:spcPct val="0"/>
        </a:spcBef>
        <a:buNone/>
        <a:defRPr sz="2328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389" rtl="0" eaLnBrk="1" latinLnBrk="0" hangingPunct="1">
        <a:lnSpc>
          <a:spcPts val="2540"/>
        </a:lnSpc>
        <a:spcBef>
          <a:spcPts val="0"/>
        </a:spcBef>
        <a:buFont typeface="Arial" panose="020B0604020202020204" pitchFamily="34" charset="0"/>
        <a:buNone/>
        <a:defRPr lang="en-US" sz="1905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6692" indent="-266692" algn="l" defTabSz="914389" rtl="0" eaLnBrk="1" latinLnBrk="0" hangingPunct="1">
        <a:lnSpc>
          <a:spcPts val="2540"/>
        </a:lnSpc>
        <a:spcBef>
          <a:spcPts val="635"/>
        </a:spcBef>
        <a:buClr>
          <a:schemeClr val="accent1"/>
        </a:buClr>
        <a:buFont typeface="Arial" panose="020B0604020202020204" pitchFamily="34" charset="0"/>
        <a:buChar char="&gt;"/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457186" indent="-190494" algn="l" defTabSz="914389" rtl="0" eaLnBrk="1" latinLnBrk="0" hangingPunct="1">
        <a:lnSpc>
          <a:spcPts val="2540"/>
        </a:lnSpc>
        <a:spcBef>
          <a:spcPts val="0"/>
        </a:spcBef>
        <a:buFont typeface="Open Sans" panose="020B0606030504020204" pitchFamily="34" charset="0"/>
        <a:buChar char="-"/>
        <a:defRPr lang="en-US" sz="1905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389" rtl="0" eaLnBrk="1" latinLnBrk="0" hangingPunct="1">
        <a:lnSpc>
          <a:spcPts val="2540"/>
        </a:lnSpc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1905" kern="1200">
          <a:solidFill>
            <a:schemeClr val="accent1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0" indent="0" algn="l" defTabSz="914389" rtl="0" eaLnBrk="1" latinLnBrk="0" hangingPunct="1">
        <a:lnSpc>
          <a:spcPts val="1270"/>
        </a:lnSpc>
        <a:spcBef>
          <a:spcPts val="0"/>
        </a:spcBef>
        <a:buFont typeface="Open Sans" panose="020B0606030504020204" pitchFamily="34" charset="0"/>
        <a:buNone/>
        <a:defRPr lang="en-US" sz="952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389" rtl="0" eaLnBrk="1" latinLnBrk="0" hangingPunct="1">
        <a:lnSpc>
          <a:spcPts val="2540"/>
        </a:lnSpc>
        <a:spcBef>
          <a:spcPts val="635"/>
        </a:spcBef>
        <a:spcAft>
          <a:spcPts val="635"/>
        </a:spcAft>
        <a:buFontTx/>
        <a:buBlip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</a:buBlip>
        <a:defRPr sz="3281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389" rtl="0" eaLnBrk="1" latinLnBrk="0" hangingPunct="1">
        <a:spcBef>
          <a:spcPts val="0"/>
        </a:spcBef>
        <a:buFont typeface="Arial" panose="020B0604020202020204" pitchFamily="34" charset="0"/>
        <a:buNone/>
        <a:defRPr sz="2000" b="1" i="0" kern="1200">
          <a:solidFill>
            <a:srgbClr val="FF0000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2">
          <p15:clr>
            <a:srgbClr val="F26B43"/>
          </p15:clr>
        </p15:guide>
        <p15:guide id="2" pos="272">
          <p15:clr>
            <a:srgbClr val="F26B43"/>
          </p15:clr>
        </p15:guide>
        <p15:guide id="3" pos="6985">
          <p15:clr>
            <a:srgbClr val="F26B43"/>
          </p15:clr>
        </p15:guide>
        <p15:guide id="4" pos="3583">
          <p15:clr>
            <a:srgbClr val="F26B43"/>
          </p15:clr>
        </p15:guide>
        <p15:guide id="5" pos="3674">
          <p15:clr>
            <a:srgbClr val="F26B43"/>
          </p15:clr>
        </p15:guide>
        <p15:guide id="6" orient="horz" pos="1134">
          <p15:clr>
            <a:srgbClr val="F26B43"/>
          </p15:clr>
        </p15:guide>
        <p15:guide id="7" orient="horz" pos="37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6EC7138A-3CCE-2245-B1AB-44F4258D4449}"/>
              </a:ext>
            </a:extLst>
          </p:cNvPr>
          <p:cNvGraphicFramePr>
            <a:graphicFrameLocks noChangeAspect="1"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3482675980"/>
              </p:ext>
            </p:extLst>
          </p:nvPr>
        </p:nvGraphicFramePr>
        <p:xfrm>
          <a:off x="1682" y="1682"/>
          <a:ext cx="1680" cy="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3" imgW="7772400" imgH="10058400" progId="TCLayout.ActiveDocument.1">
                  <p:embed/>
                </p:oleObj>
              </mc:Choice>
              <mc:Fallback>
                <p:oleObj name="think-cell Folie" r:id="rId13" imgW="7772400" imgH="10058400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6EC7138A-3CCE-2245-B1AB-44F4258D4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82" y="1682"/>
                        <a:ext cx="1680" cy="1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AC267D39-DE40-C04E-A40C-DDE92D4D8DA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0" y="0"/>
            <a:ext cx="168024" cy="168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2221" b="0" i="0" baseline="0">
              <a:solidFill>
                <a:prstClr val="white"/>
              </a:solidFill>
              <a:latin typeface="Open Sans" panose="020B0606030504020204" pitchFamily="34" charset="0"/>
              <a:ea typeface="+mj-ea"/>
              <a:sym typeface="Open Sans" panose="020B0606030504020204" pitchFamily="34" charset="0"/>
            </a:endParaRPr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8EC2506C-90CF-5CDA-3521-AD55360699F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78108" y="6084909"/>
            <a:ext cx="683642" cy="476441"/>
          </a:xfrm>
          <a:prstGeom prst="rect">
            <a:avLst/>
          </a:prstGeom>
        </p:spPr>
      </p:pic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07F3BE35-76A4-E925-EF54-3EFF9BAC9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108" y="6567989"/>
            <a:ext cx="945566" cy="177615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>
              <a:tabLst>
                <a:tab pos="251924" algn="r"/>
              </a:tabLst>
              <a:defRPr/>
            </a:pPr>
            <a:r>
              <a:rPr lang="en-US" sz="1000">
                <a:ea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t>|	</a:t>
            </a:r>
            <a:fld id="{D0900252-63E7-4240-86F3-6BA42DE0C288}" type="slidenum">
              <a:rPr lang="en-US" sz="1000" smtClean="0">
                <a:ea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rPr>
              <a:pPr>
                <a:tabLst>
                  <a:tab pos="251924" algn="r"/>
                </a:tabLst>
                <a:defRPr/>
              </a:pPr>
              <a:t>‹Nr.›</a:t>
            </a:fld>
            <a:endParaRPr lang="en-US" sz="1000"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95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9" r:id="rId3"/>
    <p:sldLayoutId id="2147483811" r:id="rId4"/>
    <p:sldLayoutId id="2147483812" r:id="rId5"/>
    <p:sldLayoutId id="2147483813" r:id="rId6"/>
    <p:sldLayoutId id="2147483815" r:id="rId7"/>
    <p:sldLayoutId id="2147483816" r:id="rId8"/>
    <p:sldLayoutId id="2147483819" r:id="rId9"/>
  </p:sldLayoutIdLst>
  <p:transition spd="slow">
    <p:wipe/>
  </p:transition>
  <p:hf hdr="0"/>
  <p:txStyles>
    <p:titleStyle>
      <a:lvl1pPr algn="l" defTabSz="967225" rtl="0" eaLnBrk="1" latinLnBrk="0" hangingPunct="1">
        <a:lnSpc>
          <a:spcPct val="100000"/>
        </a:lnSpc>
        <a:spcBef>
          <a:spcPct val="0"/>
        </a:spcBef>
        <a:buNone/>
        <a:defRPr sz="2221" kern="1200" spc="106" baseline="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0" indent="0" algn="l" defTabSz="967225" rtl="0" eaLnBrk="1" latinLnBrk="0" hangingPunct="1">
        <a:lnSpc>
          <a:spcPct val="120000"/>
        </a:lnSpc>
        <a:spcBef>
          <a:spcPts val="635"/>
        </a:spcBef>
        <a:spcAft>
          <a:spcPts val="0"/>
        </a:spcAft>
        <a:buFontTx/>
        <a:buNone/>
        <a:defRPr sz="2538" b="1" kern="1200" spc="-21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0" indent="0" algn="l" defTabSz="967225" rtl="0" eaLnBrk="1" latinLnBrk="0" hangingPunct="1">
        <a:lnSpc>
          <a:spcPct val="120000"/>
        </a:lnSpc>
        <a:spcBef>
          <a:spcPts val="635"/>
        </a:spcBef>
        <a:spcAft>
          <a:spcPts val="0"/>
        </a:spcAft>
        <a:buFontTx/>
        <a:buNone/>
        <a:defRPr sz="2538" kern="1200" spc="-21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266558" indent="-266558" algn="l" defTabSz="967225" rtl="0" eaLnBrk="1" latinLnBrk="0" hangingPunct="1">
        <a:lnSpc>
          <a:spcPct val="110000"/>
        </a:lnSpc>
        <a:spcBef>
          <a:spcPts val="635"/>
        </a:spcBef>
        <a:spcAft>
          <a:spcPts val="0"/>
        </a:spcAft>
        <a:buClr>
          <a:schemeClr val="accent1"/>
        </a:buClr>
        <a:buSzPct val="100000"/>
        <a:buFontTx/>
        <a:buBlip>
          <a:blip r:embed="rId16"/>
        </a:buBlip>
        <a:defRPr sz="2538" kern="1200" spc="-21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456957" indent="-190399" algn="l" defTabSz="967225" rtl="0" eaLnBrk="1" latinLnBrk="0" hangingPunct="1">
        <a:lnSpc>
          <a:spcPct val="120000"/>
        </a:lnSpc>
        <a:spcBef>
          <a:spcPts val="635"/>
        </a:spcBef>
        <a:spcAft>
          <a:spcPts val="0"/>
        </a:spcAft>
        <a:buFontTx/>
        <a:buBlip>
          <a:blip r:embed="rId17"/>
        </a:buBlip>
        <a:defRPr sz="2327" kern="1200" spc="-21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685435" indent="-190399" algn="l" defTabSz="967225" rtl="0" eaLnBrk="1" latinLnBrk="0" hangingPunct="1">
        <a:lnSpc>
          <a:spcPct val="120000"/>
        </a:lnSpc>
        <a:spcBef>
          <a:spcPts val="0"/>
        </a:spcBef>
        <a:buFontTx/>
        <a:buBlip>
          <a:blip r:embed="rId17"/>
        </a:buBlip>
        <a:defRPr sz="2115" kern="1200" spc="-21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659868" indent="-241806" algn="l" defTabSz="9672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6pPr>
      <a:lvl7pPr marL="3143480" indent="-241806" algn="l" defTabSz="9672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7pPr>
      <a:lvl8pPr marL="3627092" indent="-241806" algn="l" defTabSz="9672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8pPr>
      <a:lvl9pPr marL="4110703" indent="-241806" algn="l" defTabSz="9672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1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83612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2pPr>
      <a:lvl3pPr marL="967225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3pPr>
      <a:lvl4pPr marL="1450837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4pPr>
      <a:lvl5pPr marL="1934449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5pPr>
      <a:lvl6pPr marL="2418061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6pPr>
      <a:lvl7pPr marL="2901673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7pPr>
      <a:lvl8pPr marL="3385286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8pPr>
      <a:lvl9pPr marL="3868898" algn="l" defTabSz="967225" rtl="0" eaLnBrk="1" latinLnBrk="0" hangingPunct="1">
        <a:defRPr sz="19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55955A8-1D7E-8F99-DA1F-1A333B86FD0D}"/>
              </a:ext>
            </a:extLst>
          </p:cNvPr>
          <p:cNvGraphicFramePr>
            <a:graphicFrameLocks/>
          </p:cNvGraphicFramePr>
          <p:nvPr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196988026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0" imgW="306" imgH="306" progId="TCLayout.ActiveDocument.1">
                  <p:embed/>
                </p:oleObj>
              </mc:Choice>
              <mc:Fallback>
                <p:oleObj name="think-cell Folie" r:id="rId20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5955A8-1D7E-8F99-DA1F-1A333B86FD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elplatzhalter 1">
            <a:extLst>
              <a:ext uri="{FF2B5EF4-FFF2-40B4-BE49-F238E27FC236}">
                <a16:creationId xmlns:a16="http://schemas.microsoft.com/office/drawing/2014/main" id="{42F7C704-568E-9258-6507-771D1CBCA90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055962" y="512676"/>
            <a:ext cx="10730794" cy="108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Add Slide Title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DA925AB6-2AC2-A545-61BB-3D2C55D53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055962" y="6453000"/>
            <a:ext cx="4969294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r>
              <a:rPr lang="en-GB"/>
              <a:t>Produktmanagement | adesso business consulting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570DD1DA-905E-8295-8AD4-DEDBD0DCA27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6493814" y="6453000"/>
            <a:ext cx="720188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9124637D-5562-459A-81A4-5FDF030755AF}" type="datetime1">
              <a:rPr lang="de-DE" smtClean="0"/>
              <a:t>13.10.2026</a:t>
            </a:fld>
            <a:endParaRPr lang="en-GB"/>
          </a:p>
        </p:txBody>
      </p:sp>
      <p:pic>
        <p:nvPicPr>
          <p:cNvPr id="12" name="Pill">
            <a:extLst>
              <a:ext uri="{FF2B5EF4-FFF2-40B4-BE49-F238E27FC236}">
                <a16:creationId xmlns:a16="http://schemas.microsoft.com/office/drawing/2014/main" id="{E509A8B5-7344-9FB9-348F-0CFE4DF84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 bwMode="gray">
          <a:xfrm>
            <a:off x="408094" y="613858"/>
            <a:ext cx="432113" cy="197485"/>
          </a:xfrm>
          <a:prstGeom prst="rect">
            <a:avLst/>
          </a:prstGeom>
        </p:spPr>
      </p:pic>
      <p:pic>
        <p:nvPicPr>
          <p:cNvPr id="13" name="Pill_small">
            <a:extLst>
              <a:ext uri="{FF2B5EF4-FFF2-40B4-BE49-F238E27FC236}">
                <a16:creationId xmlns:a16="http://schemas.microsoft.com/office/drawing/2014/main" id="{6CB99083-7A1F-1E8F-BB3B-52EEF2B8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 bwMode="gray">
          <a:xfrm>
            <a:off x="6156009" y="6475630"/>
            <a:ext cx="216056" cy="98743"/>
          </a:xfrm>
          <a:prstGeom prst="rect">
            <a:avLst/>
          </a:prstGeom>
        </p:spPr>
      </p:pic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B12BF23E-B765-D752-12DC-FDFBF0964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8106" y="6453000"/>
            <a:ext cx="504131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900" b="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2pPr>
            <a:lvl3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3pPr>
            <a:lvl4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4pPr>
            <a:lvl5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5pPr>
            <a:lvl6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6pPr>
            <a:lvl7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7pPr>
            <a:lvl8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8pPr>
            <a:lvl9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900" b="0"/>
            </a:lvl9pPr>
          </a:lstStyle>
          <a:p>
            <a:fld id="{F2D4CAB8-B091-4116-BA82-0A812210E0F9}" type="slidenum">
              <a:rPr lang="en-GB"/>
              <a:pPr/>
              <a:t>‹Nr.›</a:t>
            </a:fld>
            <a:endParaRPr lang="en-GB"/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250D2256-DEC5-4569-6453-E08666E9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274" y="1773000"/>
            <a:ext cx="10730807" cy="4391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text by clicking on it. Use the "Increase/decrease list level" buttons on the Start tab to switch between the text levels set up.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r>
              <a:rPr lang="en-GB"/>
              <a:t>Sixth level</a:t>
            </a:r>
          </a:p>
          <a:p>
            <a:pPr lvl="6"/>
            <a:r>
              <a:rPr lang="en-GB"/>
              <a:t>Seventh level</a:t>
            </a:r>
          </a:p>
          <a:p>
            <a:pPr lvl="7"/>
            <a:r>
              <a:rPr lang="en-GB"/>
              <a:t>Eighth level</a:t>
            </a:r>
          </a:p>
          <a:p>
            <a:pPr lvl="8"/>
            <a:r>
              <a:rPr lang="en-GB"/>
              <a:t>Ninth level</a:t>
            </a:r>
          </a:p>
        </p:txBody>
      </p:sp>
      <p:sp>
        <p:nvSpPr>
          <p:cNvPr id="2" name="empower - DO NOT DELETE!!!" hidden="1">
            <a:extLst>
              <a:ext uri="{FF2B5EF4-FFF2-40B4-BE49-F238E27FC236}">
                <a16:creationId xmlns:a16="http://schemas.microsoft.com/office/drawing/2014/main" id="{34B60685-96ED-006E-6711-2510DE74EE59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l">
              <a:buClr>
                <a:schemeClr val="bg1"/>
              </a:buClr>
            </a:pPr>
            <a:endParaRPr lang="en-GB" sz="1800">
              <a:solidFill>
                <a:schemeClr val="bg1"/>
              </a:solidFill>
            </a:endParaRPr>
          </a:p>
        </p:txBody>
      </p:sp>
      <p:pic>
        <p:nvPicPr>
          <p:cNvPr id="3" name="Grafik 2" descr="Ein Bild, das Text, Schrift, Grafiken, Screenshot enthält.&#10;&#10;KI-generierte Inhalte können fehlerhaft sein.">
            <a:extLst>
              <a:ext uri="{FF2B5EF4-FFF2-40B4-BE49-F238E27FC236}">
                <a16:creationId xmlns:a16="http://schemas.microsoft.com/office/drawing/2014/main" id="{0F2662FA-24D9-1FA5-7574-B8EF1785DCFE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11206117" y="6415200"/>
            <a:ext cx="648169" cy="2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9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  <p:sldLayoutId id="2147483991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Font typeface="Symbol" panose="05050102010706020507" pitchFamily="18" charset="2"/>
        <a:buNone/>
        <a:defRPr sz="16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b="0" kern="1200">
          <a:solidFill>
            <a:schemeClr val="tx1"/>
          </a:solidFill>
          <a:latin typeface="+mn-lt"/>
          <a:ea typeface="+mn-ea"/>
          <a:cs typeface="+mn-cs"/>
        </a:defRPr>
      </a:lvl7pPr>
      <a:lvl8pPr marL="288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Fira Sans" panose="020B0503050000020004" pitchFamily="34" charset="0"/>
        <a:buChar char="&gt;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432000" indent="-144000" algn="l" defTabSz="9144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>
          <a:schemeClr val="tx2"/>
        </a:buClr>
        <a:buFont typeface="Symbol" panose="05050102010706020507" pitchFamily="18" charset="2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ags" Target="../tags/tag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8C649-45B7-3112-BD43-1EFF3A36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6A98A-BAD2-9362-D4C8-46BD422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6"/>
                </a:solidFill>
              </a:rPr>
              <a:t>Player im Energiemarkt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29BD36B-139A-5577-7237-2D3F8569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9">
              <a:defRPr/>
            </a:pPr>
            <a:fld id="{8FF9B0DE-3FEB-4AA0-B465-B80EF7C1333D}" type="slidenum">
              <a:rPr lang="en-GB">
                <a:solidFill>
                  <a:srgbClr val="006EC7"/>
                </a:solidFill>
                <a:latin typeface="Fira Sans"/>
              </a:rPr>
              <a:pPr defTabSz="914299">
                <a:defRPr/>
              </a:pPr>
              <a:t>1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49BB02-8B13-48D5-19D5-E5D60A95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9">
              <a:defRPr/>
            </a:pPr>
            <a:r>
              <a:rPr lang="en-GB" err="1">
                <a:solidFill>
                  <a:srgbClr val="006EC7"/>
                </a:solidFill>
                <a:latin typeface="Fira Sans"/>
              </a:rPr>
              <a:t>Produktmanagement</a:t>
            </a:r>
            <a:r>
              <a:rPr lang="en-GB">
                <a:solidFill>
                  <a:srgbClr val="006EC7"/>
                </a:solidFill>
                <a:latin typeface="Fira Sans"/>
              </a:rPr>
              <a:t> | adesso business consulting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176BBA-68B6-587E-94FA-E6CE75E4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9">
              <a:defRPr/>
            </a:pPr>
            <a:fld id="{836ED0C8-54F4-4F3E-AAFE-F2D1D7A9DB75}" type="datetime1">
              <a:rPr lang="de-DE" smtClean="0">
                <a:solidFill>
                  <a:srgbClr val="006EC7"/>
                </a:solidFill>
                <a:latin typeface="Fira Sans"/>
              </a:rPr>
              <a:t>13.10.2026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9FAA25B-CD2D-873D-F224-7B08F3D12B9D}"/>
              </a:ext>
            </a:extLst>
          </p:cNvPr>
          <p:cNvSpPr/>
          <p:nvPr/>
        </p:nvSpPr>
        <p:spPr>
          <a:xfrm>
            <a:off x="1235230" y="2773415"/>
            <a:ext cx="2751120" cy="1755389"/>
          </a:xfrm>
          <a:prstGeom prst="round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9">
              <a:buClr>
                <a:srgbClr val="FFFFFF"/>
              </a:buClr>
              <a:defRPr/>
            </a:pPr>
            <a:r>
              <a:rPr lang="de-DE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Neo</a:t>
            </a: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Utility</a:t>
            </a:r>
          </a:p>
          <a:p>
            <a:pPr algn="ctr" defTabSz="914299">
              <a:buClr>
                <a:srgbClr val="FFFFFF"/>
              </a:buClr>
              <a:defRPr/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Aggregator</a:t>
            </a:r>
          </a:p>
          <a:p>
            <a:pPr algn="ctr" defTabSz="914299">
              <a:buClr>
                <a:srgbClr val="FFFFFF"/>
              </a:buClr>
              <a:defRPr/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Flexibilitätsvermarkter</a:t>
            </a:r>
          </a:p>
          <a:p>
            <a:pPr algn="ctr" defTabSz="914299">
              <a:buClr>
                <a:srgbClr val="FFFFFF"/>
              </a:buClr>
              <a:defRPr/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Energie Startup</a:t>
            </a:r>
          </a:p>
          <a:p>
            <a:pPr algn="ctr" defTabSz="914299">
              <a:buClr>
                <a:srgbClr val="FFFFFF"/>
              </a:buClr>
              <a:defRPr/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AD2BA588-E62A-8D1E-BCDB-CBC0D884A43D}"/>
              </a:ext>
            </a:extLst>
          </p:cNvPr>
          <p:cNvSpPr/>
          <p:nvPr/>
        </p:nvSpPr>
        <p:spPr>
          <a:xfrm>
            <a:off x="4860836" y="1352334"/>
            <a:ext cx="2751120" cy="1755389"/>
          </a:xfrm>
          <a:prstGeom prst="round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9">
              <a:buClr>
                <a:srgbClr val="FFFFFF"/>
              </a:buClr>
              <a:defRPr/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Marktrolle</a:t>
            </a:r>
          </a:p>
          <a:p>
            <a:pPr algn="ctr" defTabSz="914299">
              <a:buClr>
                <a:srgbClr val="FFFFFF"/>
              </a:buClr>
              <a:defRPr/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VNB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CCD6021-8EF3-6B01-70A5-724B79BBB1F8}"/>
              </a:ext>
            </a:extLst>
          </p:cNvPr>
          <p:cNvSpPr/>
          <p:nvPr/>
        </p:nvSpPr>
        <p:spPr>
          <a:xfrm>
            <a:off x="4860836" y="4378291"/>
            <a:ext cx="2751120" cy="1755389"/>
          </a:xfrm>
          <a:prstGeom prst="round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9">
              <a:buClr>
                <a:srgbClr val="FFFFFF"/>
              </a:buClr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Marktrolle</a:t>
            </a:r>
          </a:p>
          <a:p>
            <a:pPr algn="ctr" defTabSz="914299">
              <a:buClr>
                <a:srgbClr val="FFFFFF"/>
              </a:buClr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MSB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44C44612-1738-EBD7-BB29-287043D4B632}"/>
              </a:ext>
            </a:extLst>
          </p:cNvPr>
          <p:cNvSpPr/>
          <p:nvPr/>
        </p:nvSpPr>
        <p:spPr>
          <a:xfrm>
            <a:off x="8861900" y="2752372"/>
            <a:ext cx="2751120" cy="1755389"/>
          </a:xfrm>
          <a:prstGeom prst="round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299">
              <a:buClr>
                <a:srgbClr val="FFFFFF"/>
              </a:buClr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Marktrolle</a:t>
            </a:r>
          </a:p>
          <a:p>
            <a:pPr algn="ctr" defTabSz="914299">
              <a:buClr>
                <a:srgbClr val="FFFFFF"/>
              </a:buClr>
            </a:pPr>
            <a:r>
              <a:rPr lang="de-DE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Vertrieb</a:t>
            </a: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72908BE4-4290-4ECB-FCD8-E6204CF4E350}"/>
              </a:ext>
            </a:extLst>
          </p:cNvPr>
          <p:cNvCxnSpPr>
            <a:cxnSpLocks/>
            <a:stCxn id="15" idx="0"/>
            <a:endCxn id="16" idx="1"/>
          </p:cNvCxnSpPr>
          <p:nvPr/>
        </p:nvCxnSpPr>
        <p:spPr>
          <a:xfrm rot="5400000" flipH="1" flipV="1">
            <a:off x="3464120" y="1376699"/>
            <a:ext cx="543386" cy="2250046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31D0CAC9-EDBD-28BE-48AC-798FBB7096C2}"/>
              </a:ext>
            </a:extLst>
          </p:cNvPr>
          <p:cNvCxnSpPr>
            <a:cxnSpLocks/>
            <a:stCxn id="17" idx="1"/>
            <a:endCxn id="15" idx="2"/>
          </p:cNvCxnSpPr>
          <p:nvPr/>
        </p:nvCxnSpPr>
        <p:spPr>
          <a:xfrm rot="10800000">
            <a:off x="2610790" y="4528804"/>
            <a:ext cx="2250046" cy="727182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385E5CA6-DD03-2861-6182-13179D42AD4D}"/>
              </a:ext>
            </a:extLst>
          </p:cNvPr>
          <p:cNvCxnSpPr>
            <a:cxnSpLocks/>
            <a:stCxn id="18" idx="0"/>
            <a:endCxn id="16" idx="3"/>
          </p:cNvCxnSpPr>
          <p:nvPr/>
        </p:nvCxnSpPr>
        <p:spPr>
          <a:xfrm rot="16200000" flipV="1">
            <a:off x="8663537" y="1178449"/>
            <a:ext cx="522343" cy="2625504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9DB29AD0-21EB-5315-5F78-1798F808CF57}"/>
              </a:ext>
            </a:extLst>
          </p:cNvPr>
          <p:cNvCxnSpPr>
            <a:cxnSpLocks/>
            <a:stCxn id="18" idx="2"/>
            <a:endCxn id="17" idx="3"/>
          </p:cNvCxnSpPr>
          <p:nvPr/>
        </p:nvCxnSpPr>
        <p:spPr>
          <a:xfrm rot="5400000">
            <a:off x="8550596" y="3569121"/>
            <a:ext cx="748225" cy="2625504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84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B207C-1670-69CD-0D98-E68A9E770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FDE51-FEDF-A4FE-5FE8-49444AB14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>
                <a:solidFill>
                  <a:schemeClr val="accent6"/>
                </a:solidFill>
                <a:latin typeface="Fira Sans Condensed"/>
              </a:rPr>
              <a:t>Solution </a:t>
            </a:r>
            <a:r>
              <a:rPr lang="de-DE" sz="3600" dirty="0" err="1">
                <a:solidFill>
                  <a:schemeClr val="accent6"/>
                </a:solidFill>
                <a:latin typeface="Fira Sans Condensed"/>
              </a:rPr>
              <a:t>Map</a:t>
            </a:r>
            <a:r>
              <a:rPr lang="de-DE" sz="3600" dirty="0">
                <a:solidFill>
                  <a:schemeClr val="accent6"/>
                </a:solidFill>
                <a:latin typeface="Fira Sans Condensed"/>
              </a:rPr>
              <a:t> für Marktrolle VNB</a:t>
            </a:r>
            <a:endParaRPr lang="de-DE" noProof="0" dirty="0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63F0383-3AFB-2A6D-BBA8-99C0E1EBC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9"/>
            <a:fld id="{8FF9B0DE-3FEB-4AA0-B465-B80EF7C1333D}" type="slidenum">
              <a:rPr lang="de-DE">
                <a:solidFill>
                  <a:srgbClr val="006EC7"/>
                </a:solidFill>
                <a:latin typeface="Fira Sans"/>
              </a:rPr>
              <a:pPr defTabSz="914299"/>
              <a:t>2</a:t>
            </a:fld>
            <a:endParaRPr lang="de-DE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F12F81-CBC0-4194-4957-40CAE214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9"/>
            <a:r>
              <a:rPr lang="de-DE" dirty="0">
                <a:solidFill>
                  <a:srgbClr val="006EC7"/>
                </a:solidFill>
              </a:rPr>
              <a:t>Produktmanagement | adesso business consulting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8884AD-55B7-6734-C6BD-E7E521CEA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9"/>
            <a:fld id="{D8C0ED13-E6AB-4451-86F2-29105C856C18}" type="datetime1">
              <a:rPr lang="de-DE" smtClean="0">
                <a:solidFill>
                  <a:srgbClr val="006EC7"/>
                </a:solidFill>
                <a:latin typeface="Fira Sans"/>
              </a:rPr>
              <a:t>13.10.2026</a:t>
            </a:fld>
            <a:endParaRPr lang="de-DE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1E2B1DF9-205F-95C3-EE52-D231B230EF51}"/>
              </a:ext>
            </a:extLst>
          </p:cNvPr>
          <p:cNvSpPr/>
          <p:nvPr/>
        </p:nvSpPr>
        <p:spPr>
          <a:xfrm>
            <a:off x="10671643" y="2095605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Nebenbuch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Hauptbuch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ZV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84355338-B7A9-72F1-0ABF-677B9599B54C}"/>
              </a:ext>
            </a:extLst>
          </p:cNvPr>
          <p:cNvCxnSpPr>
            <a:cxnSpLocks/>
            <a:stCxn id="100" idx="3"/>
            <a:endCxn id="12" idx="0"/>
          </p:cNvCxnSpPr>
          <p:nvPr/>
        </p:nvCxnSpPr>
        <p:spPr>
          <a:xfrm>
            <a:off x="10290211" y="1818576"/>
            <a:ext cx="1099236" cy="277029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9A78105E-7D9A-BE2C-2BCF-F2C1C434B5D8}"/>
              </a:ext>
            </a:extLst>
          </p:cNvPr>
          <p:cNvCxnSpPr>
            <a:cxnSpLocks/>
            <a:stCxn id="65" idx="3"/>
            <a:endCxn id="12" idx="2"/>
          </p:cNvCxnSpPr>
          <p:nvPr/>
        </p:nvCxnSpPr>
        <p:spPr>
          <a:xfrm flipV="1">
            <a:off x="10358703" y="3101445"/>
            <a:ext cx="1030744" cy="305001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A0215847-A394-06B1-1791-144D66509B98}"/>
              </a:ext>
            </a:extLst>
          </p:cNvPr>
          <p:cNvSpPr/>
          <p:nvPr/>
        </p:nvSpPr>
        <p:spPr>
          <a:xfrm>
            <a:off x="10070196" y="6375321"/>
            <a:ext cx="1031911" cy="313632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SAP</a:t>
            </a:r>
            <a:endParaRPr lang="en-DE" sz="1500">
              <a:solidFill>
                <a:schemeClr val="bg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9B094A3F-35D0-15E4-AB2A-526B9FCDC8B0}"/>
              </a:ext>
            </a:extLst>
          </p:cNvPr>
          <p:cNvSpPr/>
          <p:nvPr/>
        </p:nvSpPr>
        <p:spPr>
          <a:xfrm>
            <a:off x="2711365" y="1296408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Konstrukt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Übersicht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App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98DD5C7-869F-C4E0-8EED-642172271BBC}"/>
              </a:ext>
            </a:extLst>
          </p:cNvPr>
          <p:cNvSpPr/>
          <p:nvPr/>
        </p:nvSpPr>
        <p:spPr>
          <a:xfrm>
            <a:off x="828868" y="2926080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Anmeldung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Konstrukt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F8423157-F862-0754-9564-4A7F220CE131}"/>
              </a:ext>
            </a:extLst>
          </p:cNvPr>
          <p:cNvSpPr/>
          <p:nvPr/>
        </p:nvSpPr>
        <p:spPr>
          <a:xfrm>
            <a:off x="2709484" y="2926080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Prüfung der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Daten</a:t>
            </a:r>
          </a:p>
          <a:p>
            <a:pPr algn="ctr">
              <a:buClr>
                <a:schemeClr val="bg1"/>
              </a:buClr>
            </a:pPr>
            <a:r>
              <a:rPr lang="de-DE" sz="800" dirty="0">
                <a:solidFill>
                  <a:schemeClr val="bg1"/>
                </a:solidFill>
              </a:rPr>
              <a:t>Teilnehmerliste, Einspeiser, </a:t>
            </a:r>
            <a:r>
              <a:rPr lang="de-DE" sz="800" dirty="0" err="1">
                <a:solidFill>
                  <a:schemeClr val="bg1"/>
                </a:solidFill>
              </a:rPr>
              <a:t>iMSys</a:t>
            </a:r>
            <a:r>
              <a:rPr lang="de-DE" sz="800" dirty="0">
                <a:solidFill>
                  <a:schemeClr val="bg1"/>
                </a:solidFill>
              </a:rPr>
              <a:t>, Abmeldeanfrage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F23E2358-1257-5CC2-C0EC-A537D1258B80}"/>
              </a:ext>
            </a:extLst>
          </p:cNvPr>
          <p:cNvSpPr/>
          <p:nvPr/>
        </p:nvSpPr>
        <p:spPr>
          <a:xfrm>
            <a:off x="2718402" y="4811976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Korrektur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Daten</a:t>
            </a:r>
          </a:p>
        </p:txBody>
      </p: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5D5A708B-7C4E-34A8-E395-5B662B9F1E4E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flipH="1">
            <a:off x="3427288" y="2302248"/>
            <a:ext cx="1881" cy="62383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39CEE97A-0355-3F01-A9BE-AFEF9D6F252A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2264476" y="3429000"/>
            <a:ext cx="445008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5811BC39-AB39-43A7-28D0-472654D1EDBE}"/>
              </a:ext>
            </a:extLst>
          </p:cNvPr>
          <p:cNvSpPr/>
          <p:nvPr/>
        </p:nvSpPr>
        <p:spPr>
          <a:xfrm>
            <a:off x="4534784" y="2921814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Aufbau</a:t>
            </a:r>
          </a:p>
          <a:p>
            <a:pPr algn="ctr">
              <a:buClr>
                <a:schemeClr val="bg1"/>
              </a:buClr>
            </a:pPr>
            <a:r>
              <a:rPr lang="de-DE" sz="1500" dirty="0" err="1">
                <a:solidFill>
                  <a:schemeClr val="bg1"/>
                </a:solidFill>
              </a:rPr>
              <a:t>vSZ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5EE42D71-8D5D-D5ED-0F9E-F7491F6320CB}"/>
              </a:ext>
            </a:extLst>
          </p:cNvPr>
          <p:cNvCxnSpPr>
            <a:cxnSpLocks/>
            <a:stCxn id="26" idx="3"/>
            <a:endCxn id="55" idx="1"/>
          </p:cNvCxnSpPr>
          <p:nvPr/>
        </p:nvCxnSpPr>
        <p:spPr>
          <a:xfrm flipV="1">
            <a:off x="4145092" y="3424734"/>
            <a:ext cx="389692" cy="426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A804E42C-AE2A-C099-F13D-D1075A764626}"/>
              </a:ext>
            </a:extLst>
          </p:cNvPr>
          <p:cNvSpPr/>
          <p:nvPr/>
        </p:nvSpPr>
        <p:spPr>
          <a:xfrm>
            <a:off x="6805393" y="1316736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Einzug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Reststrom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Lieferant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UTILMD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443C2951-5F5B-D156-BA4F-C1AD769A9AE2}"/>
              </a:ext>
            </a:extLst>
          </p:cNvPr>
          <p:cNvSpPr/>
          <p:nvPr/>
        </p:nvSpPr>
        <p:spPr>
          <a:xfrm>
            <a:off x="6763998" y="2912059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Umstellung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auf ruhende</a:t>
            </a:r>
          </a:p>
          <a:p>
            <a:pPr algn="ctr">
              <a:buClr>
                <a:schemeClr val="bg1"/>
              </a:buClr>
            </a:pPr>
            <a:r>
              <a:rPr lang="de-DE" sz="1500" dirty="0" err="1">
                <a:solidFill>
                  <a:schemeClr val="bg1"/>
                </a:solidFill>
              </a:rPr>
              <a:t>MaLo</a:t>
            </a:r>
            <a:endParaRPr lang="de-DE" sz="1500" dirty="0">
              <a:solidFill>
                <a:schemeClr val="bg1"/>
              </a:solidFill>
            </a:endParaRPr>
          </a:p>
          <a:p>
            <a:pPr algn="ctr">
              <a:buClr>
                <a:schemeClr val="bg1"/>
              </a:buClr>
            </a:pPr>
            <a:r>
              <a:rPr lang="de-DE" sz="800" dirty="0">
                <a:solidFill>
                  <a:schemeClr val="bg1"/>
                </a:solidFill>
              </a:rPr>
              <a:t>Inkl. MEMA/MAMA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65" name="Rechteck: abgerundete Ecken 64">
            <a:extLst>
              <a:ext uri="{FF2B5EF4-FFF2-40B4-BE49-F238E27FC236}">
                <a16:creationId xmlns:a16="http://schemas.microsoft.com/office/drawing/2014/main" id="{B2EFB2C0-F55D-B6E0-A7F0-4AD3A8CC38D9}"/>
              </a:ext>
            </a:extLst>
          </p:cNvPr>
          <p:cNvSpPr/>
          <p:nvPr/>
        </p:nvSpPr>
        <p:spPr>
          <a:xfrm>
            <a:off x="8923095" y="2903526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Schluss-rechnung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INVOIC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0E06177E-FC36-7449-FCC2-32F37CC490B1}"/>
              </a:ext>
            </a:extLst>
          </p:cNvPr>
          <p:cNvCxnSpPr>
            <a:cxnSpLocks/>
            <a:stCxn id="61" idx="3"/>
            <a:endCxn id="100" idx="1"/>
          </p:cNvCxnSpPr>
          <p:nvPr/>
        </p:nvCxnSpPr>
        <p:spPr>
          <a:xfrm flipV="1">
            <a:off x="8241001" y="1818576"/>
            <a:ext cx="613602" cy="108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34DF6A8A-AB9C-179E-7FFD-C1886C4147EB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8199606" y="3406446"/>
            <a:ext cx="723489" cy="8533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Explosion: 8 Zacken 77">
            <a:extLst>
              <a:ext uri="{FF2B5EF4-FFF2-40B4-BE49-F238E27FC236}">
                <a16:creationId xmlns:a16="http://schemas.microsoft.com/office/drawing/2014/main" id="{47F3C37F-4634-C4AA-E75B-6BB05E95A5C1}"/>
              </a:ext>
            </a:extLst>
          </p:cNvPr>
          <p:cNvSpPr/>
          <p:nvPr/>
        </p:nvSpPr>
        <p:spPr>
          <a:xfrm>
            <a:off x="3956698" y="1067616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>
                <a:solidFill>
                  <a:schemeClr val="bg1"/>
                </a:solidFill>
              </a:rPr>
              <a:t>MVP</a:t>
            </a:r>
            <a:endParaRPr lang="en-DE" sz="1000">
              <a:solidFill>
                <a:schemeClr val="bg1"/>
              </a:solidFill>
            </a:endParaRP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49AE4FFF-4AFE-5603-3575-57AD29D714B0}"/>
              </a:ext>
            </a:extLst>
          </p:cNvPr>
          <p:cNvSpPr/>
          <p:nvPr/>
        </p:nvSpPr>
        <p:spPr>
          <a:xfrm>
            <a:off x="6784695" y="4871088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Anpassung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EDM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85" name="Verbinder: gewinkelt 84">
            <a:extLst>
              <a:ext uri="{FF2B5EF4-FFF2-40B4-BE49-F238E27FC236}">
                <a16:creationId xmlns:a16="http://schemas.microsoft.com/office/drawing/2014/main" id="{C04986FB-D457-00B9-D450-E024CC08D6F3}"/>
              </a:ext>
            </a:extLst>
          </p:cNvPr>
          <p:cNvCxnSpPr>
            <a:cxnSpLocks/>
            <a:stCxn id="55" idx="3"/>
            <a:endCxn id="61" idx="1"/>
          </p:cNvCxnSpPr>
          <p:nvPr/>
        </p:nvCxnSpPr>
        <p:spPr>
          <a:xfrm flipV="1">
            <a:off x="5970392" y="1819656"/>
            <a:ext cx="835001" cy="1605078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Verbinder: gewinkelt 90">
            <a:extLst>
              <a:ext uri="{FF2B5EF4-FFF2-40B4-BE49-F238E27FC236}">
                <a16:creationId xmlns:a16="http://schemas.microsoft.com/office/drawing/2014/main" id="{F0D7CC20-F60B-5B0D-BD82-5D6AF0B8F6CE}"/>
              </a:ext>
            </a:extLst>
          </p:cNvPr>
          <p:cNvCxnSpPr>
            <a:cxnSpLocks/>
            <a:stCxn id="55" idx="3"/>
            <a:endCxn id="84" idx="1"/>
          </p:cNvCxnSpPr>
          <p:nvPr/>
        </p:nvCxnSpPr>
        <p:spPr>
          <a:xfrm>
            <a:off x="5970392" y="3424734"/>
            <a:ext cx="814303" cy="1949274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D132172A-85AD-D190-CE6E-71B3DECAFD03}"/>
              </a:ext>
            </a:extLst>
          </p:cNvPr>
          <p:cNvCxnSpPr>
            <a:cxnSpLocks/>
            <a:stCxn id="55" idx="3"/>
            <a:endCxn id="63" idx="1"/>
          </p:cNvCxnSpPr>
          <p:nvPr/>
        </p:nvCxnSpPr>
        <p:spPr>
          <a:xfrm flipV="1">
            <a:off x="5970392" y="3414979"/>
            <a:ext cx="793606" cy="975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88DA906A-821F-1061-BE3E-D0DB6F990A6A}"/>
              </a:ext>
            </a:extLst>
          </p:cNvPr>
          <p:cNvSpPr/>
          <p:nvPr/>
        </p:nvSpPr>
        <p:spPr>
          <a:xfrm>
            <a:off x="8854603" y="1315656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Abrechnung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INVOIC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114" name="Rechteck: abgerundete Ecken 113">
            <a:extLst>
              <a:ext uri="{FF2B5EF4-FFF2-40B4-BE49-F238E27FC236}">
                <a16:creationId xmlns:a16="http://schemas.microsoft.com/office/drawing/2014/main" id="{BEE7DEB8-E13D-4263-BCEB-AF821B537EF6}"/>
              </a:ext>
            </a:extLst>
          </p:cNvPr>
          <p:cNvSpPr/>
          <p:nvPr/>
        </p:nvSpPr>
        <p:spPr>
          <a:xfrm>
            <a:off x="8940232" y="4854447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Messwert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Prozesse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MSCONS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116" name="Explosion: 8 Zacken 115">
            <a:extLst>
              <a:ext uri="{FF2B5EF4-FFF2-40B4-BE49-F238E27FC236}">
                <a16:creationId xmlns:a16="http://schemas.microsoft.com/office/drawing/2014/main" id="{ED2934EF-751A-BB60-46FE-FAB6ADB568E6}"/>
              </a:ext>
            </a:extLst>
          </p:cNvPr>
          <p:cNvSpPr/>
          <p:nvPr/>
        </p:nvSpPr>
        <p:spPr>
          <a:xfrm>
            <a:off x="588153" y="3653370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</a:rPr>
              <a:t>MVP</a:t>
            </a:r>
            <a:endParaRPr lang="en-DE" sz="1000" dirty="0">
              <a:solidFill>
                <a:schemeClr val="bg1"/>
              </a:solidFill>
            </a:endParaRPr>
          </a:p>
        </p:txBody>
      </p:sp>
      <p:cxnSp>
        <p:nvCxnSpPr>
          <p:cNvPr id="117" name="Verbinder: gewinkelt 116">
            <a:extLst>
              <a:ext uri="{FF2B5EF4-FFF2-40B4-BE49-F238E27FC236}">
                <a16:creationId xmlns:a16="http://schemas.microsoft.com/office/drawing/2014/main" id="{D167AD80-9F44-54A2-71B2-CAED0C51F4B4}"/>
              </a:ext>
            </a:extLst>
          </p:cNvPr>
          <p:cNvCxnSpPr>
            <a:cxnSpLocks/>
            <a:stCxn id="55" idx="0"/>
            <a:endCxn id="19" idx="3"/>
          </p:cNvCxnSpPr>
          <p:nvPr/>
        </p:nvCxnSpPr>
        <p:spPr>
          <a:xfrm rot="16200000" flipV="1">
            <a:off x="4138538" y="1807763"/>
            <a:ext cx="1122486" cy="1105615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Explosion: 8 Zacken 121">
            <a:extLst>
              <a:ext uri="{FF2B5EF4-FFF2-40B4-BE49-F238E27FC236}">
                <a16:creationId xmlns:a16="http://schemas.microsoft.com/office/drawing/2014/main" id="{2BFA1942-A2B0-C29F-68A9-1C06D64E2AE3}"/>
              </a:ext>
            </a:extLst>
          </p:cNvPr>
          <p:cNvSpPr/>
          <p:nvPr/>
        </p:nvSpPr>
        <p:spPr>
          <a:xfrm>
            <a:off x="7843676" y="3498444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>
                <a:solidFill>
                  <a:schemeClr val="bg1"/>
                </a:solidFill>
              </a:rPr>
              <a:t>MVP</a:t>
            </a:r>
            <a:endParaRPr lang="en-DE" sz="1000">
              <a:solidFill>
                <a:schemeClr val="bg1"/>
              </a:solidFill>
            </a:endParaRPr>
          </a:p>
        </p:txBody>
      </p: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F589F0A8-F26B-2567-F7FD-B9C036CCFD3E}"/>
              </a:ext>
            </a:extLst>
          </p:cNvPr>
          <p:cNvCxnSpPr>
            <a:cxnSpLocks/>
            <a:stCxn id="84" idx="3"/>
            <a:endCxn id="114" idx="1"/>
          </p:cNvCxnSpPr>
          <p:nvPr/>
        </p:nvCxnSpPr>
        <p:spPr>
          <a:xfrm flipV="1">
            <a:off x="8220303" y="5357367"/>
            <a:ext cx="719929" cy="16641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1BAFBC23-763D-DC28-C2B1-0753B7EF06EB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>
            <a:off x="3427288" y="3931920"/>
            <a:ext cx="8918" cy="88005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DB15DED4-083C-1D94-DA07-50B936B75DFA}"/>
              </a:ext>
            </a:extLst>
          </p:cNvPr>
          <p:cNvSpPr/>
          <p:nvPr/>
        </p:nvSpPr>
        <p:spPr>
          <a:xfrm>
            <a:off x="4767093" y="3748032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Übergabe-</a:t>
            </a:r>
          </a:p>
          <a:p>
            <a:pPr algn="ctr">
              <a:buClr>
                <a:schemeClr val="bg1"/>
              </a:buClr>
            </a:pPr>
            <a:r>
              <a:rPr lang="de-DE" sz="1500" dirty="0" err="1">
                <a:solidFill>
                  <a:schemeClr val="bg1"/>
                </a:solidFill>
              </a:rPr>
              <a:t>zähler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135" name="Explosion: 8 Zacken 134">
            <a:extLst>
              <a:ext uri="{FF2B5EF4-FFF2-40B4-BE49-F238E27FC236}">
                <a16:creationId xmlns:a16="http://schemas.microsoft.com/office/drawing/2014/main" id="{43988198-6C23-9031-64D8-3345D0B4D3DD}"/>
              </a:ext>
            </a:extLst>
          </p:cNvPr>
          <p:cNvSpPr/>
          <p:nvPr/>
        </p:nvSpPr>
        <p:spPr>
          <a:xfrm>
            <a:off x="2419720" y="3685224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>
                <a:solidFill>
                  <a:schemeClr val="bg1"/>
                </a:solidFill>
              </a:rPr>
              <a:t>MVP</a:t>
            </a:r>
            <a:endParaRPr lang="en-DE" sz="1000">
              <a:solidFill>
                <a:schemeClr val="bg1"/>
              </a:solidFill>
            </a:endParaRPr>
          </a:p>
        </p:txBody>
      </p:sp>
      <p:sp>
        <p:nvSpPr>
          <p:cNvPr id="7" name="Explosion: 8 Zacken 6">
            <a:extLst>
              <a:ext uri="{FF2B5EF4-FFF2-40B4-BE49-F238E27FC236}">
                <a16:creationId xmlns:a16="http://schemas.microsoft.com/office/drawing/2014/main" id="{3016799D-F711-DB5A-3291-B5AB83E5AD53}"/>
              </a:ext>
            </a:extLst>
          </p:cNvPr>
          <p:cNvSpPr/>
          <p:nvPr/>
        </p:nvSpPr>
        <p:spPr>
          <a:xfrm>
            <a:off x="5063332" y="4811976"/>
            <a:ext cx="766479" cy="858420"/>
          </a:xfrm>
          <a:prstGeom prst="irregularSeal1">
            <a:avLst/>
          </a:prstGeom>
          <a:solidFill>
            <a:srgbClr val="887D7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900" dirty="0">
                <a:solidFill>
                  <a:schemeClr val="bg1"/>
                </a:solidFill>
              </a:rPr>
              <a:t>MCM?</a:t>
            </a:r>
            <a:endParaRPr lang="en-DE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87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C920-60B5-1D1F-D317-08263BA8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37CACC-7B18-7BB6-166D-49139951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>
                <a:solidFill>
                  <a:schemeClr val="accent6"/>
                </a:solidFill>
                <a:latin typeface="Fira Sans Condensed"/>
              </a:rPr>
              <a:t>Solution </a:t>
            </a:r>
            <a:r>
              <a:rPr lang="de-DE" sz="3600" dirty="0" err="1">
                <a:solidFill>
                  <a:schemeClr val="accent6"/>
                </a:solidFill>
                <a:latin typeface="Fira Sans Condensed"/>
              </a:rPr>
              <a:t>Map</a:t>
            </a:r>
            <a:r>
              <a:rPr lang="de-DE" sz="3600" dirty="0">
                <a:solidFill>
                  <a:schemeClr val="accent6"/>
                </a:solidFill>
                <a:latin typeface="Fira Sans Condensed"/>
              </a:rPr>
              <a:t> für Vertrieb &amp; </a:t>
            </a:r>
            <a:r>
              <a:rPr lang="de-DE" sz="3600" dirty="0" err="1">
                <a:solidFill>
                  <a:schemeClr val="accent6"/>
                </a:solidFill>
                <a:latin typeface="Fira Sans Condensed"/>
              </a:rPr>
              <a:t>Neo</a:t>
            </a:r>
            <a:r>
              <a:rPr lang="de-DE" sz="3600" dirty="0">
                <a:solidFill>
                  <a:schemeClr val="accent6"/>
                </a:solidFill>
                <a:latin typeface="Fira Sans Condensed"/>
              </a:rPr>
              <a:t> Utility</a:t>
            </a:r>
            <a:endParaRPr lang="de-DE" noProof="0" dirty="0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BE77A9F-0E3A-87CF-EAFF-931B2D91C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9"/>
            <a:fld id="{8FF9B0DE-3FEB-4AA0-B465-B80EF7C1333D}" type="slidenum">
              <a:rPr lang="de-DE">
                <a:solidFill>
                  <a:srgbClr val="006EC7"/>
                </a:solidFill>
                <a:latin typeface="Fira Sans"/>
              </a:rPr>
              <a:pPr defTabSz="914299"/>
              <a:t>3</a:t>
            </a:fld>
            <a:endParaRPr lang="de-DE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6C76341-A5C6-0945-85BC-A407F6340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9"/>
            <a:r>
              <a:rPr lang="de-DE">
                <a:solidFill>
                  <a:srgbClr val="006EC7"/>
                </a:solidFill>
              </a:rPr>
              <a:t>Produktmanagement | adesso business consulting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7F1C55-3673-7C48-CEBC-56E6C051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9"/>
            <a:fld id="{D8C0ED13-E6AB-4451-86F2-29105C856C18}" type="datetime1">
              <a:rPr lang="de-DE" smtClean="0">
                <a:solidFill>
                  <a:srgbClr val="006EC7"/>
                </a:solidFill>
                <a:latin typeface="Fira Sans"/>
              </a:rPr>
              <a:t>13.10.2026</a:t>
            </a:fld>
            <a:endParaRPr lang="de-DE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3F19B0CD-4177-C04B-EEEE-D0B3F6C91453}"/>
              </a:ext>
            </a:extLst>
          </p:cNvPr>
          <p:cNvSpPr/>
          <p:nvPr/>
        </p:nvSpPr>
        <p:spPr>
          <a:xfrm>
            <a:off x="1072569" y="1226664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Onboarding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App</a:t>
            </a:r>
          </a:p>
          <a:p>
            <a:pPr algn="ctr">
              <a:buClr>
                <a:schemeClr val="bg1"/>
              </a:buClr>
            </a:pPr>
            <a:r>
              <a:rPr lang="de-DE" sz="800" dirty="0">
                <a:solidFill>
                  <a:schemeClr val="bg1"/>
                </a:solidFill>
              </a:rPr>
              <a:t>Teilnehmer</a:t>
            </a:r>
          </a:p>
          <a:p>
            <a:pPr algn="ctr">
              <a:buClr>
                <a:schemeClr val="bg1"/>
              </a:buClr>
            </a:pPr>
            <a:r>
              <a:rPr lang="de-DE" sz="800" dirty="0">
                <a:solidFill>
                  <a:schemeClr val="bg1"/>
                </a:solidFill>
              </a:rPr>
              <a:t>Bezug / Einspeiser</a:t>
            </a:r>
            <a:endParaRPr lang="en-DE" sz="800" dirty="0">
              <a:solidFill>
                <a:schemeClr val="bg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2400A90-396C-5DE6-4704-AECA6E4CF22F}"/>
              </a:ext>
            </a:extLst>
          </p:cNvPr>
          <p:cNvSpPr/>
          <p:nvPr/>
        </p:nvSpPr>
        <p:spPr>
          <a:xfrm>
            <a:off x="3745992" y="2523744"/>
            <a:ext cx="1435608" cy="1005840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Virtual Power Plant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8801B73-12AC-8EA5-9860-C410BDEBCEA0}"/>
              </a:ext>
            </a:extLst>
          </p:cNvPr>
          <p:cNvSpPr/>
          <p:nvPr/>
        </p:nvSpPr>
        <p:spPr>
          <a:xfrm>
            <a:off x="6589957" y="2514600"/>
            <a:ext cx="1435608" cy="1005840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EDM &amp; Komplexe</a:t>
            </a:r>
          </a:p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Abrechnung</a:t>
            </a:r>
            <a:endParaRPr lang="en-DE" sz="1500">
              <a:solidFill>
                <a:schemeClr val="bg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8E46072A-CDCD-292F-37C8-2F8C8CE68465}"/>
              </a:ext>
            </a:extLst>
          </p:cNvPr>
          <p:cNvSpPr/>
          <p:nvPr/>
        </p:nvSpPr>
        <p:spPr>
          <a:xfrm>
            <a:off x="8668512" y="2514600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Nebenbuch</a:t>
            </a:r>
            <a:endParaRPr lang="en-DE" sz="1500">
              <a:solidFill>
                <a:schemeClr val="bg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4D73CE8-36E1-8131-BA85-91B3DE00B135}"/>
              </a:ext>
            </a:extLst>
          </p:cNvPr>
          <p:cNvSpPr/>
          <p:nvPr/>
        </p:nvSpPr>
        <p:spPr>
          <a:xfrm>
            <a:off x="10421112" y="2514600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Hauptbuch</a:t>
            </a:r>
            <a:endParaRPr lang="en-DE" sz="1500">
              <a:solidFill>
                <a:schemeClr val="bg1"/>
              </a:solidFill>
            </a:endParaRPr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EC2AB5E3-F5DD-A96A-D697-84C251F7FDF5}"/>
              </a:ext>
            </a:extLst>
          </p:cNvPr>
          <p:cNvCxnSpPr>
            <a:cxnSpLocks/>
            <a:stCxn id="28" idx="3"/>
            <a:endCxn id="8" idx="1"/>
          </p:cNvCxnSpPr>
          <p:nvPr/>
        </p:nvCxnSpPr>
        <p:spPr>
          <a:xfrm flipV="1">
            <a:off x="2493391" y="3026664"/>
            <a:ext cx="1252601" cy="1017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405557A-17CC-A4EA-1718-92179C85051D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5181600" y="3017520"/>
            <a:ext cx="1408357" cy="9144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B040D3B5-570D-8889-4FE2-CBF90415E81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8025565" y="3017520"/>
            <a:ext cx="560651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5D55B35F-5369-75C5-EBD8-CAEE2929E115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10104120" y="3017520"/>
            <a:ext cx="316992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FA3012A3-3471-5A3F-2F58-9CC946D5E766}"/>
              </a:ext>
            </a:extLst>
          </p:cNvPr>
          <p:cNvSpPr/>
          <p:nvPr/>
        </p:nvSpPr>
        <p:spPr>
          <a:xfrm>
            <a:off x="10416837" y="1025244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Zahlungs-verkehr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29" name="Verbinder: gewinkelt 28">
            <a:extLst>
              <a:ext uri="{FF2B5EF4-FFF2-40B4-BE49-F238E27FC236}">
                <a16:creationId xmlns:a16="http://schemas.microsoft.com/office/drawing/2014/main" id="{AD42B025-236B-3D18-6893-C5A401FAAEB3}"/>
              </a:ext>
            </a:extLst>
          </p:cNvPr>
          <p:cNvCxnSpPr>
            <a:stCxn id="12" idx="0"/>
            <a:endCxn id="27" idx="1"/>
          </p:cNvCxnSpPr>
          <p:nvPr/>
        </p:nvCxnSpPr>
        <p:spPr>
          <a:xfrm rot="5400000" flipH="1" flipV="1">
            <a:off x="9408358" y="1506122"/>
            <a:ext cx="986436" cy="1030521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FFA0D17-2593-EE74-51DD-68E585F5CA86}"/>
              </a:ext>
            </a:extLst>
          </p:cNvPr>
          <p:cNvCxnSpPr>
            <a:cxnSpLocks/>
            <a:stCxn id="14" idx="0"/>
            <a:endCxn id="27" idx="2"/>
          </p:cNvCxnSpPr>
          <p:nvPr/>
        </p:nvCxnSpPr>
        <p:spPr>
          <a:xfrm flipH="1" flipV="1">
            <a:off x="11134641" y="2031084"/>
            <a:ext cx="4275" cy="48351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AF686C2A-B730-00D7-D964-5615BDBB20A3}"/>
              </a:ext>
            </a:extLst>
          </p:cNvPr>
          <p:cNvSpPr/>
          <p:nvPr/>
        </p:nvSpPr>
        <p:spPr>
          <a:xfrm>
            <a:off x="1058950" y="3977640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MaKo</a:t>
            </a:r>
            <a:endParaRPr lang="en-DE" sz="1500">
              <a:solidFill>
                <a:schemeClr val="bg1"/>
              </a:solidFill>
            </a:endParaRP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98805058-C30C-BBDA-2626-653546E79806}"/>
              </a:ext>
            </a:extLst>
          </p:cNvPr>
          <p:cNvSpPr/>
          <p:nvPr/>
        </p:nvSpPr>
        <p:spPr>
          <a:xfrm>
            <a:off x="2867938" y="3968496"/>
            <a:ext cx="1435608" cy="1005840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Fernwirkung</a:t>
            </a:r>
            <a:endParaRPr lang="en-DE" sz="1500">
              <a:solidFill>
                <a:schemeClr val="bg1"/>
              </a:solidFill>
            </a:endParaRPr>
          </a:p>
        </p:txBody>
      </p: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226D3972-7FE2-B77B-21AD-DE1712EDB471}"/>
              </a:ext>
            </a:extLst>
          </p:cNvPr>
          <p:cNvCxnSpPr>
            <a:cxnSpLocks/>
            <a:stCxn id="8" idx="2"/>
            <a:endCxn id="36" idx="0"/>
          </p:cNvCxnSpPr>
          <p:nvPr/>
        </p:nvCxnSpPr>
        <p:spPr>
          <a:xfrm rot="5400000">
            <a:off x="3805313" y="3310013"/>
            <a:ext cx="438912" cy="878054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EAAF931A-FDB3-268B-D277-9B667663CC2A}"/>
              </a:ext>
            </a:extLst>
          </p:cNvPr>
          <p:cNvSpPr/>
          <p:nvPr/>
        </p:nvSpPr>
        <p:spPr>
          <a:xfrm>
            <a:off x="6589957" y="1132812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Bezugs-abrechnung</a:t>
            </a:r>
            <a:endParaRPr lang="en-DE" sz="1500">
              <a:solidFill>
                <a:schemeClr val="bg1"/>
              </a:solidFill>
            </a:endParaRPr>
          </a:p>
        </p:txBody>
      </p: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FAEE1B34-1914-2D99-5155-0E538DCB952F}"/>
              </a:ext>
            </a:extLst>
          </p:cNvPr>
          <p:cNvCxnSpPr>
            <a:cxnSpLocks/>
            <a:stCxn id="45" idx="3"/>
            <a:endCxn id="12" idx="1"/>
          </p:cNvCxnSpPr>
          <p:nvPr/>
        </p:nvCxnSpPr>
        <p:spPr>
          <a:xfrm>
            <a:off x="8025565" y="1635732"/>
            <a:ext cx="642947" cy="1381788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DE4F2238-A4C8-491F-F812-439B7C309110}"/>
              </a:ext>
            </a:extLst>
          </p:cNvPr>
          <p:cNvSpPr/>
          <p:nvPr/>
        </p:nvSpPr>
        <p:spPr>
          <a:xfrm>
            <a:off x="9703605" y="6159276"/>
            <a:ext cx="1307592" cy="483264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SAP</a:t>
            </a:r>
            <a:endParaRPr lang="en-DE" sz="1500">
              <a:solidFill>
                <a:schemeClr val="bg1"/>
              </a:solidFill>
            </a:endParaRP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B35B8F36-7DF6-B21F-6C89-470FA9A1475E}"/>
              </a:ext>
            </a:extLst>
          </p:cNvPr>
          <p:cNvSpPr/>
          <p:nvPr/>
        </p:nvSpPr>
        <p:spPr>
          <a:xfrm>
            <a:off x="8243316" y="6159276"/>
            <a:ext cx="1307592" cy="483264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>
                <a:solidFill>
                  <a:schemeClr val="bg1"/>
                </a:solidFill>
              </a:rPr>
              <a:t>Lumenaza</a:t>
            </a:r>
            <a:endParaRPr lang="en-DE" sz="1500">
              <a:solidFill>
                <a:schemeClr val="bg1"/>
              </a:solidFill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B5EF583-9D15-25B5-4FD4-2E519933BE3D}"/>
              </a:ext>
            </a:extLst>
          </p:cNvPr>
          <p:cNvCxnSpPr>
            <a:cxnSpLocks/>
            <a:stCxn id="34" idx="2"/>
            <a:endCxn id="53" idx="0"/>
          </p:cNvCxnSpPr>
          <p:nvPr/>
        </p:nvCxnSpPr>
        <p:spPr>
          <a:xfrm>
            <a:off x="1776754" y="4983480"/>
            <a:ext cx="13619" cy="24699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CCC13CD-25B3-EFE6-A89C-FC935EB9C040}"/>
              </a:ext>
            </a:extLst>
          </p:cNvPr>
          <p:cNvSpPr/>
          <p:nvPr/>
        </p:nvSpPr>
        <p:spPr>
          <a:xfrm>
            <a:off x="4666005" y="5230476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Community App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0E62C2DD-DFF6-6BCA-FF54-4D13207E43F6}"/>
              </a:ext>
            </a:extLst>
          </p:cNvPr>
          <p:cNvCxnSpPr>
            <a:cxnSpLocks/>
            <a:stCxn id="8" idx="2"/>
            <a:endCxn id="70" idx="0"/>
          </p:cNvCxnSpPr>
          <p:nvPr/>
        </p:nvCxnSpPr>
        <p:spPr>
          <a:xfrm rot="16200000" flipH="1">
            <a:off x="4707786" y="3285594"/>
            <a:ext cx="423025" cy="911004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erbinder: gewinkelt 24">
            <a:extLst>
              <a:ext uri="{FF2B5EF4-FFF2-40B4-BE49-F238E27FC236}">
                <a16:creationId xmlns:a16="http://schemas.microsoft.com/office/drawing/2014/main" id="{FA84CD2B-390A-2D39-3F10-64649200F649}"/>
              </a:ext>
            </a:extLst>
          </p:cNvPr>
          <p:cNvCxnSpPr>
            <a:cxnSpLocks/>
            <a:stCxn id="10" idx="2"/>
            <a:endCxn id="19" idx="3"/>
          </p:cNvCxnSpPr>
          <p:nvPr/>
        </p:nvCxnSpPr>
        <p:spPr>
          <a:xfrm rot="5400000">
            <a:off x="5598209" y="4023844"/>
            <a:ext cx="2212956" cy="1206148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A0E85867-1623-848C-914E-DE6A371FFAFD}"/>
              </a:ext>
            </a:extLst>
          </p:cNvPr>
          <p:cNvCxnSpPr>
            <a:cxnSpLocks/>
            <a:stCxn id="12" idx="2"/>
            <a:endCxn id="19" idx="3"/>
          </p:cNvCxnSpPr>
          <p:nvPr/>
        </p:nvCxnSpPr>
        <p:spPr>
          <a:xfrm rot="5400000">
            <a:off x="6637487" y="2984567"/>
            <a:ext cx="2212956" cy="3284703"/>
          </a:xfrm>
          <a:prstGeom prst="bentConnector2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xplosion: 8 Zacken 34">
            <a:extLst>
              <a:ext uri="{FF2B5EF4-FFF2-40B4-BE49-F238E27FC236}">
                <a16:creationId xmlns:a16="http://schemas.microsoft.com/office/drawing/2014/main" id="{819EBB24-CD15-08EE-EE78-342DAF6FC115}"/>
              </a:ext>
            </a:extLst>
          </p:cNvPr>
          <p:cNvSpPr/>
          <p:nvPr/>
        </p:nvSpPr>
        <p:spPr>
          <a:xfrm>
            <a:off x="623640" y="1396908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>
                <a:solidFill>
                  <a:schemeClr val="bg1"/>
                </a:solidFill>
              </a:rPr>
              <a:t>MVP</a:t>
            </a:r>
            <a:endParaRPr lang="en-DE" sz="1000">
              <a:solidFill>
                <a:schemeClr val="bg1"/>
              </a:solidFill>
            </a:endParaRPr>
          </a:p>
        </p:txBody>
      </p:sp>
      <p:sp>
        <p:nvSpPr>
          <p:cNvPr id="39" name="Explosion: 8 Zacken 38">
            <a:extLst>
              <a:ext uri="{FF2B5EF4-FFF2-40B4-BE49-F238E27FC236}">
                <a16:creationId xmlns:a16="http://schemas.microsoft.com/office/drawing/2014/main" id="{6DAEB750-D335-D8B6-C37D-4B7C8A84EC14}"/>
              </a:ext>
            </a:extLst>
          </p:cNvPr>
          <p:cNvSpPr/>
          <p:nvPr/>
        </p:nvSpPr>
        <p:spPr>
          <a:xfrm>
            <a:off x="4282765" y="5784120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 dirty="0">
                <a:solidFill>
                  <a:schemeClr val="bg1"/>
                </a:solidFill>
              </a:rPr>
              <a:t>MVP</a:t>
            </a:r>
            <a:endParaRPr lang="en-DE" sz="1000" dirty="0">
              <a:solidFill>
                <a:schemeClr val="bg1"/>
              </a:solidFill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802BB3A-284F-786D-4FB2-889AA1501C8E}"/>
              </a:ext>
            </a:extLst>
          </p:cNvPr>
          <p:cNvSpPr/>
          <p:nvPr/>
        </p:nvSpPr>
        <p:spPr>
          <a:xfrm>
            <a:off x="1057783" y="2533914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Onboarding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App</a:t>
            </a:r>
          </a:p>
          <a:p>
            <a:pPr algn="ctr">
              <a:buClr>
                <a:schemeClr val="bg1"/>
              </a:buClr>
            </a:pPr>
            <a:r>
              <a:rPr lang="de-DE" sz="800" dirty="0">
                <a:solidFill>
                  <a:schemeClr val="bg1"/>
                </a:solidFill>
              </a:rPr>
              <a:t>Betreiber</a:t>
            </a:r>
            <a:endParaRPr lang="en-DE" sz="800" dirty="0">
              <a:solidFill>
                <a:schemeClr val="bg1"/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C483878A-919C-4AF4-A1EE-FDF28C6DFA10}"/>
              </a:ext>
            </a:extLst>
          </p:cNvPr>
          <p:cNvCxnSpPr>
            <a:cxnSpLocks/>
            <a:stCxn id="6" idx="2"/>
            <a:endCxn id="28" idx="0"/>
          </p:cNvCxnSpPr>
          <p:nvPr/>
        </p:nvCxnSpPr>
        <p:spPr>
          <a:xfrm flipH="1">
            <a:off x="1775587" y="2232504"/>
            <a:ext cx="14786" cy="30141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Explosion: 8 Zacken 48">
            <a:extLst>
              <a:ext uri="{FF2B5EF4-FFF2-40B4-BE49-F238E27FC236}">
                <a16:creationId xmlns:a16="http://schemas.microsoft.com/office/drawing/2014/main" id="{E4844D09-64A9-2E7B-D50F-D77CC63F162D}"/>
              </a:ext>
            </a:extLst>
          </p:cNvPr>
          <p:cNvSpPr/>
          <p:nvPr/>
        </p:nvSpPr>
        <p:spPr>
          <a:xfrm>
            <a:off x="500126" y="2642733"/>
            <a:ext cx="766479" cy="858420"/>
          </a:xfrm>
          <a:prstGeom prst="irregularSeal1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000">
                <a:solidFill>
                  <a:schemeClr val="bg1"/>
                </a:solidFill>
              </a:rPr>
              <a:t>MVP</a:t>
            </a:r>
            <a:endParaRPr lang="en-DE" sz="1000">
              <a:solidFill>
                <a:schemeClr val="bg1"/>
              </a:solidFill>
            </a:endParaRP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AB5D331F-8D52-24DB-CB3F-F1583B219D40}"/>
              </a:ext>
            </a:extLst>
          </p:cNvPr>
          <p:cNvSpPr/>
          <p:nvPr/>
        </p:nvSpPr>
        <p:spPr>
          <a:xfrm>
            <a:off x="1072569" y="5230476"/>
            <a:ext cx="1435608" cy="1005840"/>
          </a:xfrm>
          <a:prstGeom prst="round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Alt-Lieferant</a:t>
            </a:r>
            <a:endParaRPr lang="en-DE" sz="800" dirty="0">
              <a:solidFill>
                <a:schemeClr val="bg1"/>
              </a:solidFill>
            </a:endParaRPr>
          </a:p>
        </p:txBody>
      </p: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B8652716-56AF-9A66-C8E6-03399C8A13BF}"/>
              </a:ext>
            </a:extLst>
          </p:cNvPr>
          <p:cNvCxnSpPr>
            <a:cxnSpLocks/>
            <a:stCxn id="28" idx="2"/>
            <a:endCxn id="34" idx="0"/>
          </p:cNvCxnSpPr>
          <p:nvPr/>
        </p:nvCxnSpPr>
        <p:spPr>
          <a:xfrm>
            <a:off x="1775587" y="3539754"/>
            <a:ext cx="1167" cy="43788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hteck: abgerundete Ecken 64">
            <a:extLst>
              <a:ext uri="{FF2B5EF4-FFF2-40B4-BE49-F238E27FC236}">
                <a16:creationId xmlns:a16="http://schemas.microsoft.com/office/drawing/2014/main" id="{BBBD7180-0178-0E8D-E340-C8D193A56776}"/>
              </a:ext>
            </a:extLst>
          </p:cNvPr>
          <p:cNvSpPr/>
          <p:nvPr/>
        </p:nvSpPr>
        <p:spPr>
          <a:xfrm>
            <a:off x="3738735" y="1226412"/>
            <a:ext cx="1435608" cy="1005840"/>
          </a:xfrm>
          <a:prstGeom prst="roundRect">
            <a:avLst/>
          </a:prstGeom>
          <a:solidFill>
            <a:schemeClr val="tx2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Trading Floor</a:t>
            </a:r>
            <a:endParaRPr lang="en-DE" sz="1500" dirty="0">
              <a:solidFill>
                <a:schemeClr val="bg1"/>
              </a:solidFill>
            </a:endParaRPr>
          </a:p>
        </p:txBody>
      </p: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4C65846C-DC4C-126B-433C-4366C73DA465}"/>
              </a:ext>
            </a:extLst>
          </p:cNvPr>
          <p:cNvSpPr/>
          <p:nvPr/>
        </p:nvSpPr>
        <p:spPr>
          <a:xfrm>
            <a:off x="4656996" y="3952609"/>
            <a:ext cx="1435608" cy="100584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Abnehmer</a:t>
            </a:r>
          </a:p>
          <a:p>
            <a:pPr algn="ctr">
              <a:buClr>
                <a:schemeClr val="bg1"/>
              </a:buClr>
            </a:pPr>
            <a:r>
              <a:rPr lang="de-DE" sz="1500" dirty="0">
                <a:solidFill>
                  <a:schemeClr val="bg1"/>
                </a:solidFill>
              </a:rPr>
              <a:t>Community</a:t>
            </a:r>
            <a:endParaRPr lang="en-DE" sz="1500" dirty="0">
              <a:solidFill>
                <a:schemeClr val="bg1"/>
              </a:solidFill>
            </a:endParaRP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1CB6B46A-9D1E-FA61-B3A3-395308B9F62E}"/>
              </a:ext>
            </a:extLst>
          </p:cNvPr>
          <p:cNvCxnSpPr>
            <a:cxnSpLocks/>
            <a:stCxn id="8" idx="0"/>
            <a:endCxn id="65" idx="2"/>
          </p:cNvCxnSpPr>
          <p:nvPr/>
        </p:nvCxnSpPr>
        <p:spPr>
          <a:xfrm flipH="1" flipV="1">
            <a:off x="4456539" y="2232252"/>
            <a:ext cx="7257" cy="29149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B3B1BDE0-38FF-814C-CEC2-3FB2D7FDB6D5}"/>
              </a:ext>
            </a:extLst>
          </p:cNvPr>
          <p:cNvCxnSpPr>
            <a:cxnSpLocks/>
            <a:stCxn id="70" idx="3"/>
            <a:endCxn id="10" idx="1"/>
          </p:cNvCxnSpPr>
          <p:nvPr/>
        </p:nvCxnSpPr>
        <p:spPr>
          <a:xfrm flipV="1">
            <a:off x="6092604" y="3017520"/>
            <a:ext cx="497353" cy="1438009"/>
          </a:xfrm>
          <a:prstGeom prst="bentConnector3">
            <a:avLst>
              <a:gd name="adj1" fmla="val 50000"/>
            </a:avLst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1106A934-CFDF-24AE-6DB4-8C1AB9E69058}"/>
              </a:ext>
            </a:extLst>
          </p:cNvPr>
          <p:cNvCxnSpPr>
            <a:cxnSpLocks/>
            <a:stCxn id="70" idx="2"/>
            <a:endCxn id="19" idx="0"/>
          </p:cNvCxnSpPr>
          <p:nvPr/>
        </p:nvCxnSpPr>
        <p:spPr>
          <a:xfrm>
            <a:off x="5374800" y="4958449"/>
            <a:ext cx="9009" cy="272027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580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3C04-597E-5A73-FFDB-42BBCE8B2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5FE80-9EC1-45B5-DFA8-3C164EEE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accent6"/>
                </a:solidFill>
              </a:rPr>
              <a:t>Energy Sharing: Fachlicher Background</a:t>
            </a:r>
            <a:endParaRPr lang="LID4096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9D5909-EAE1-F796-F7DE-4012475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9">
              <a:defRPr/>
            </a:pPr>
            <a:fld id="{8FF9B0DE-3FEB-4AA0-B465-B80EF7C1333D}" type="slidenum">
              <a:rPr lang="en-GB">
                <a:solidFill>
                  <a:srgbClr val="006EC7"/>
                </a:solidFill>
                <a:latin typeface="Fira Sans"/>
              </a:rPr>
              <a:pPr defTabSz="914299">
                <a:defRPr/>
              </a:pPr>
              <a:t>4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90ACDD-842A-2D8B-9284-CBCE68ED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9">
              <a:defRPr/>
            </a:pPr>
            <a:r>
              <a:rPr lang="en-GB" err="1">
                <a:solidFill>
                  <a:srgbClr val="006EC7"/>
                </a:solidFill>
                <a:latin typeface="Fira Sans"/>
              </a:rPr>
              <a:t>Produktmanagement</a:t>
            </a:r>
            <a:r>
              <a:rPr lang="en-GB">
                <a:solidFill>
                  <a:srgbClr val="006EC7"/>
                </a:solidFill>
                <a:latin typeface="Fira Sans"/>
              </a:rPr>
              <a:t> | adesso business consulting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49FEF9-199A-E664-B022-A64F2423B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9">
              <a:defRPr/>
            </a:pPr>
            <a:fld id="{836ED0C8-54F4-4F3E-AAFE-F2D1D7A9DB75}" type="datetime1">
              <a:rPr lang="de-DE" smtClean="0">
                <a:solidFill>
                  <a:srgbClr val="006EC7"/>
                </a:solidFill>
                <a:latin typeface="Fira Sans"/>
              </a:rPr>
              <a:t>13.10.2026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1F54D18-99BB-2BF3-E579-E30B4509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518" y="1225404"/>
            <a:ext cx="8718592" cy="48661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157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F042F-BEF4-957C-401C-17813C625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4E613-4B8A-1865-FDCC-BABC4E47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accent6"/>
                </a:solidFill>
              </a:rPr>
              <a:t>Energy Sharing: Techn. &amp; </a:t>
            </a:r>
            <a:r>
              <a:rPr lang="de-DE" err="1">
                <a:solidFill>
                  <a:schemeClr val="accent6"/>
                </a:solidFill>
              </a:rPr>
              <a:t>vertragl</a:t>
            </a:r>
            <a:r>
              <a:rPr lang="de-DE">
                <a:solidFill>
                  <a:schemeClr val="accent6"/>
                </a:solidFill>
              </a:rPr>
              <a:t>. Ausgestaltung</a:t>
            </a:r>
            <a:endParaRPr lang="LID4096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5ECE29D-112A-8DF5-D38B-60BA18FF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9">
              <a:defRPr/>
            </a:pPr>
            <a:fld id="{8FF9B0DE-3FEB-4AA0-B465-B80EF7C1333D}" type="slidenum">
              <a:rPr lang="en-GB">
                <a:solidFill>
                  <a:srgbClr val="006EC7"/>
                </a:solidFill>
                <a:latin typeface="Fira Sans"/>
              </a:rPr>
              <a:pPr defTabSz="914299">
                <a:defRPr/>
              </a:pPr>
              <a:t>5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203AB11-4454-3D91-07A6-0E4F1EE9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9">
              <a:defRPr/>
            </a:pPr>
            <a:r>
              <a:rPr lang="en-GB" err="1">
                <a:solidFill>
                  <a:srgbClr val="006EC7"/>
                </a:solidFill>
                <a:latin typeface="Fira Sans"/>
              </a:rPr>
              <a:t>Produktmanagement</a:t>
            </a:r>
            <a:r>
              <a:rPr lang="en-GB">
                <a:solidFill>
                  <a:srgbClr val="006EC7"/>
                </a:solidFill>
                <a:latin typeface="Fira Sans"/>
              </a:rPr>
              <a:t> | adesso business consulting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743632-9319-4A0E-2C7B-3F4FCC1C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9">
              <a:defRPr/>
            </a:pPr>
            <a:fld id="{836ED0C8-54F4-4F3E-AAFE-F2D1D7A9DB75}" type="datetime1">
              <a:rPr lang="de-DE" smtClean="0">
                <a:solidFill>
                  <a:srgbClr val="006EC7"/>
                </a:solidFill>
                <a:latin typeface="Fira Sans"/>
              </a:rPr>
              <a:t>13.10.2026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A9EE3F7-3440-B96B-A5D1-62D4E19C40AD}"/>
              </a:ext>
            </a:extLst>
          </p:cNvPr>
          <p:cNvSpPr txBox="1"/>
          <p:nvPr/>
        </p:nvSpPr>
        <p:spPr>
          <a:xfrm>
            <a:off x="1093852" y="1152956"/>
            <a:ext cx="10180700" cy="914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Intelligente Messsysteme (</a:t>
            </a:r>
            <a:r>
              <a:rPr lang="de-DE" sz="20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iMSys</a:t>
            </a:r>
            <a:r>
              <a:rPr lang="de-DE" sz="2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Sowohl an der Erzeugungsanlage als auch an allen teilnehmenden Verbrauchsstellen sind Smart Meter Pflicht. Nur so lassen sich Erzeugung und Verbrauch viertelstundengenau erfassen und bilanziell einander zuordnen. </a:t>
            </a: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Aufteilungsschlüssel &amp; Lieferverträge: Der erzeugte Strom wird nach einem vertraglich vereinbarten Aufteilungsschlüssel auf die Sharing-Teilnehmer aufgeteilt. </a:t>
            </a: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Reststromversorgung: Da Energy Sharing in der Regel keine 100%ige Abdeckung bietet, beziehen die Teilnehmer ihren verbleibenden Strombedarf („Reststrom“) über einen frei wählbaren Reststromlieferanten. </a:t>
            </a: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Direktvermarktung von Überschüssen: Die Erzeugungsanlage nimmt an der Direktvermarktung teil. Strommengen, die nicht durch die Sharing-Gemeinschaft verbraucht werden, werden über einen Direktvermarkter abgewickelt. </a:t>
            </a: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Sharing funktioniert sehr ähnlich wie Mieterstrom und Quartierslösungen.</a:t>
            </a:r>
          </a:p>
          <a:p>
            <a:pPr defTabSz="914299">
              <a:defRPr/>
            </a:pPr>
            <a:endParaRPr lang="de-DE" sz="2000" b="1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79388" defTabSz="914299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914299"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00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3BDA1-311C-BA16-444F-5FA57C51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67B182-482B-A348-9525-9468FBC6E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accent6"/>
                </a:solidFill>
              </a:rPr>
              <a:t>Wechsel </a:t>
            </a:r>
            <a:r>
              <a:rPr lang="de-DE" dirty="0" err="1">
                <a:solidFill>
                  <a:schemeClr val="accent6"/>
                </a:solidFill>
              </a:rPr>
              <a:t>MaLo</a:t>
            </a:r>
            <a:r>
              <a:rPr lang="de-DE" dirty="0">
                <a:solidFill>
                  <a:schemeClr val="accent6"/>
                </a:solidFill>
              </a:rPr>
              <a:t> in ein ruhendes Modell: Optionen</a:t>
            </a:r>
            <a:endParaRPr lang="LID4096" dirty="0">
              <a:solidFill>
                <a:schemeClr val="accent6"/>
              </a:solidFill>
            </a:endParaRP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81C54D-40EC-41D9-36BE-2F83CF95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299">
              <a:defRPr/>
            </a:pPr>
            <a:fld id="{8FF9B0DE-3FEB-4AA0-B465-B80EF7C1333D}" type="slidenum">
              <a:rPr lang="en-GB">
                <a:solidFill>
                  <a:srgbClr val="006EC7"/>
                </a:solidFill>
                <a:latin typeface="Fira Sans"/>
              </a:rPr>
              <a:pPr defTabSz="914299">
                <a:defRPr/>
              </a:pPr>
              <a:t>6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DFFCED1-BEF7-191E-68D1-5FCE5DE1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299">
              <a:defRPr/>
            </a:pPr>
            <a:r>
              <a:rPr lang="en-GB" err="1">
                <a:solidFill>
                  <a:srgbClr val="006EC7"/>
                </a:solidFill>
                <a:latin typeface="Fira Sans"/>
              </a:rPr>
              <a:t>Produktmanagement</a:t>
            </a:r>
            <a:r>
              <a:rPr lang="en-GB">
                <a:solidFill>
                  <a:srgbClr val="006EC7"/>
                </a:solidFill>
                <a:latin typeface="Fira Sans"/>
              </a:rPr>
              <a:t> | adesso business consulting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0B5328-7C89-DA08-7F30-2C5197D4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299">
              <a:defRPr/>
            </a:pPr>
            <a:fld id="{836ED0C8-54F4-4F3E-AAFE-F2D1D7A9DB75}" type="datetime1">
              <a:rPr lang="de-DE" smtClean="0">
                <a:solidFill>
                  <a:srgbClr val="006EC7"/>
                </a:solidFill>
                <a:latin typeface="Fira Sans"/>
              </a:rPr>
              <a:t>13.10.2026</a:t>
            </a:fld>
            <a:endParaRPr lang="en-GB">
              <a:solidFill>
                <a:srgbClr val="006EC7"/>
              </a:solidFill>
              <a:latin typeface="Fira Sans"/>
            </a:endParaRPr>
          </a:p>
        </p:txBody>
      </p:sp>
      <p:sp>
        <p:nvSpPr>
          <p:cNvPr id="8" name="Rechteck 49">
            <a:extLst>
              <a:ext uri="{FF2B5EF4-FFF2-40B4-BE49-F238E27FC236}">
                <a16:creationId xmlns:a16="http://schemas.microsoft.com/office/drawing/2014/main" id="{9FCCFD3B-94F0-28B9-0222-B9619D5D33E8}"/>
              </a:ext>
            </a:extLst>
          </p:cNvPr>
          <p:cNvSpPr/>
          <p:nvPr>
            <p:custDataLst>
              <p:tags r:id="rId1"/>
            </p:custDataLst>
          </p:nvPr>
        </p:nvSpPr>
        <p:spPr bwMode="gray">
          <a:xfrm>
            <a:off x="1115568" y="1213010"/>
            <a:ext cx="4627556" cy="443198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914377">
              <a:defRPr/>
            </a:pPr>
            <a:endParaRPr lang="de-DE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377"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de-DE" sz="1600" dirty="0"/>
              <a:t>Umsetzung Modell „Stilllegung“: Die bestehende </a:t>
            </a:r>
            <a:r>
              <a:rPr lang="de-DE" sz="1600" dirty="0" err="1"/>
              <a:t>MaLo</a:t>
            </a:r>
            <a:r>
              <a:rPr lang="de-DE" sz="1600" dirty="0"/>
              <a:t> des Mieters wird systemisch beendet und erhält ein systemseitiges „Bis-Datum“. Der physische Zähler verbleibt im Feld, verliert aber seine direkte Markt-Zuordnung.</a:t>
            </a:r>
          </a:p>
          <a:p>
            <a:pPr marL="285750" indent="-285750" defTabSz="914377"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de-DE" sz="1600" dirty="0"/>
              <a:t>Umsetzung Modell „Ruhende </a:t>
            </a:r>
            <a:r>
              <a:rPr lang="de-DE" sz="1600" dirty="0" err="1"/>
              <a:t>MaLo</a:t>
            </a:r>
            <a:r>
              <a:rPr lang="de-DE" sz="1600" dirty="0"/>
              <a:t>“: Die </a:t>
            </a:r>
            <a:r>
              <a:rPr lang="de-DE" sz="1600" dirty="0" err="1"/>
              <a:t>MaLo</a:t>
            </a:r>
            <a:r>
              <a:rPr lang="de-DE" sz="1600" dirty="0"/>
              <a:t> bleibt mit ihrer ID im System aktiv, wird jedoch über Einträge im Zählpunkt-Kopf auf „ruhend“ gestellt.</a:t>
            </a:r>
          </a:p>
          <a:p>
            <a:pPr marL="285750" indent="-285750" defTabSz="914377"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de-DE" sz="1600" dirty="0">
                <a:solidFill>
                  <a:srgbClr val="000000"/>
                </a:solidFill>
                <a:cs typeface="Arial" panose="020B0604020202020204" pitchFamily="34" charset="0"/>
              </a:rPr>
              <a:t>Umsetzung M</a:t>
            </a:r>
            <a:r>
              <a:rPr lang="de-DE" sz="1600" dirty="0" err="1">
                <a:solidFill>
                  <a:srgbClr val="000000"/>
                </a:solidFill>
                <a:cs typeface="Arial" panose="020B0604020202020204" pitchFamily="34" charset="0"/>
              </a:rPr>
              <a:t>odell</a:t>
            </a:r>
            <a:r>
              <a:rPr lang="de-DE" sz="1600" dirty="0">
                <a:solidFill>
                  <a:srgbClr val="000000"/>
                </a:solidFill>
                <a:cs typeface="Arial" panose="020B0604020202020204" pitchFamily="34" charset="0"/>
              </a:rPr>
              <a:t> „Ausbau des Gerätes im Netzsystem“: </a:t>
            </a:r>
            <a:r>
              <a:rPr lang="de-DE" sz="1600" dirty="0"/>
              <a:t>Der Zähler wird im SAP-System über die Standardtransaktionen vollständig ausgebaut. </a:t>
            </a:r>
          </a:p>
          <a:p>
            <a:pPr marL="285750" indent="-285750" defTabSz="914377"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de-DE" sz="1600" dirty="0">
                <a:solidFill>
                  <a:srgbClr val="000000"/>
                </a:solidFill>
                <a:cs typeface="Arial" panose="020B0604020202020204" pitchFamily="34" charset="0"/>
              </a:rPr>
              <a:t>Empfehlung: Umsetzung ruhende </a:t>
            </a:r>
            <a:r>
              <a:rPr lang="de-DE" sz="1600" dirty="0" err="1">
                <a:solidFill>
                  <a:srgbClr val="000000"/>
                </a:solidFill>
                <a:cs typeface="Arial" panose="020B0604020202020204" pitchFamily="34" charset="0"/>
              </a:rPr>
              <a:t>MaLo</a:t>
            </a:r>
            <a:r>
              <a:rPr lang="de-DE" sz="1600" dirty="0">
                <a:solidFill>
                  <a:srgbClr val="000000"/>
                </a:solidFill>
                <a:cs typeface="Arial" panose="020B0604020202020204" pitchFamily="34" charset="0"/>
              </a:rPr>
              <a:t> kombiniert mit Abrechnungssperre der betroffenen Anlagen/</a:t>
            </a:r>
            <a:r>
              <a:rPr lang="de-DE" sz="1600" dirty="0" err="1">
                <a:solidFill>
                  <a:srgbClr val="000000"/>
                </a:solidFill>
                <a:cs typeface="Arial" panose="020B0604020202020204" pitchFamily="34" charset="0"/>
              </a:rPr>
              <a:t>MaLo</a:t>
            </a:r>
            <a:r>
              <a:rPr lang="de-DE" sz="1600" dirty="0">
                <a:solidFill>
                  <a:srgbClr val="000000"/>
                </a:solidFill>
                <a:cs typeface="Arial" panose="020B0604020202020204" pitchFamily="34" charset="0"/>
              </a:rPr>
              <a:t>‘s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B6E25EF1-14B7-A7D0-0DCB-0257E48D9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890119"/>
              </p:ext>
            </p:extLst>
          </p:nvPr>
        </p:nvGraphicFramePr>
        <p:xfrm>
          <a:off x="5892473" y="1493939"/>
          <a:ext cx="6012576" cy="4071291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03144">
                  <a:extLst>
                    <a:ext uri="{9D8B030D-6E8A-4147-A177-3AD203B41FA5}">
                      <a16:colId xmlns:a16="http://schemas.microsoft.com/office/drawing/2014/main" val="1434545554"/>
                    </a:ext>
                  </a:extLst>
                </a:gridCol>
                <a:gridCol w="1503144">
                  <a:extLst>
                    <a:ext uri="{9D8B030D-6E8A-4147-A177-3AD203B41FA5}">
                      <a16:colId xmlns:a16="http://schemas.microsoft.com/office/drawing/2014/main" val="1949792060"/>
                    </a:ext>
                  </a:extLst>
                </a:gridCol>
                <a:gridCol w="1503144">
                  <a:extLst>
                    <a:ext uri="{9D8B030D-6E8A-4147-A177-3AD203B41FA5}">
                      <a16:colId xmlns:a16="http://schemas.microsoft.com/office/drawing/2014/main" val="1550582434"/>
                    </a:ext>
                  </a:extLst>
                </a:gridCol>
                <a:gridCol w="1503144">
                  <a:extLst>
                    <a:ext uri="{9D8B030D-6E8A-4147-A177-3AD203B41FA5}">
                      <a16:colId xmlns:a16="http://schemas.microsoft.com/office/drawing/2014/main" val="649759345"/>
                    </a:ext>
                  </a:extLst>
                </a:gridCol>
              </a:tblGrid>
              <a:tr h="8108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Kriterium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(1) Stilllegung der </a:t>
                      </a:r>
                      <a:r>
                        <a:rPr lang="de-DE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MaLo</a:t>
                      </a:r>
                      <a:endParaRPr lang="de-DE" sz="11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1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(2) Ruhende MaLo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de-DE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(3) Ausbau des Gerätes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22027334"/>
                  </a:ext>
                </a:extLst>
              </a:tr>
              <a:tr h="810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MaKo</a:t>
                      </a: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-Schutz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Sehr hoch (ID existiert im Markt nicht mehr)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Hoch (Automatisierte Ablehnungen greifen)</a:t>
                      </a:r>
                    </a:p>
                    <a:p>
                      <a:pPr algn="l" fontAlgn="b">
                        <a:buNone/>
                      </a:pPr>
                      <a:r>
                        <a:rPr lang="de-DE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Erfahrungswert: Einzelne Probleme mit INOICE, daher ggf. Abrechnungssperre für betroffene Anlagen sinnvoll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Sehr hoch (Kein Zähler = keine Messung)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07353765"/>
                  </a:ext>
                </a:extLst>
              </a:tr>
              <a:tr h="810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Mieter-Auszug (Flexibilität)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Schlecht (Neue MaLo-ID zwingend erforderlich)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Sehr gut (Reaktivierung per </a:t>
                      </a:r>
                      <a:r>
                        <a:rPr lang="de-DE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MaKo</a:t>
                      </a: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-Standard)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Schlecht (Logischer Neueinbau nötig)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175743593"/>
                  </a:ext>
                </a:extLst>
              </a:tr>
              <a:tr h="810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Stammdaten-Aufwand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Hoch (Neuanlage bei Rückbau nötig)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Gering (Einmalige Statusänderung)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Sehr hoch (Gerätebewegung im System)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52958802"/>
                  </a:ext>
                </a:extLst>
              </a:tr>
              <a:tr h="8108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Historien-Erhalt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Eingeschränkt (Lebenszyklus beendet)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Vollständig vorhanden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Vorhanden (aber Gerätehistorie zerschlagen)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5719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37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ZVsuMHB7ReqSBL4VTvD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VOID_BLANK_LAYOUT" val="True"/>
  <p:tag name="MIO_CD_LAYOUT_VALID_AREA" val="False"/>
  <p:tag name="MIO_CDID" val="c0b04152-903e-4af2-8f8a-1760ef7d6620"/>
  <p:tag name="MIO_CONTENTTAG" val="kFN1X3SqpkSz1UVkpzROBA=="/>
  <p:tag name="MIO_DBID" val="0F45B44C-9BC7-4D85-81C4-7155EE70A7B9"/>
  <p:tag name="MIO_EKGUID" val="f9298712-b361-4a2f-a52b-30be9705eb50"/>
  <p:tag name="MIO_EMBED_FONT" val="False"/>
  <p:tag name="MIO_FALLBACK_LAYOUT" val="1"/>
  <p:tag name="MIO_HDS" val="True"/>
  <p:tag name="MIO_LASTDOWNLOADED" val="23.04.2026 10:11:22.372"/>
  <p:tag name="MIO_MATCH_COLOR_SCHEME" val="False"/>
  <p:tag name="MIO_NUMBER_OF_VALID_LAYOUTS" val="35"/>
  <p:tag name="MIO_OBJECTNAME" val="adesso Master"/>
  <p:tag name="MIO_SHOW_DATE" val="False"/>
  <p:tag name="MIO_SHOW_FOOTER" val="False"/>
  <p:tag name="MIO_SHOW_PAGENUMBER" val="False"/>
  <p:tag name="MIO_SKIPVERSION" val="01.01.0001 00:00:00"/>
  <p:tag name="MIO_UPDATE" val="True"/>
  <p:tag name="MIO_VERSION" val="10.02.2026 07:46:0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adesso">
  <a:themeElements>
    <a:clrScheme name="adesso_colors">
      <a:dk1>
        <a:sysClr val="windowText" lastClr="000000"/>
      </a:dk1>
      <a:lt1>
        <a:sysClr val="window" lastClr="FFFFFF"/>
      </a:lt1>
      <a:dk2>
        <a:srgbClr val="062D47"/>
      </a:dk2>
      <a:lt2>
        <a:srgbClr val="F3F2F1"/>
      </a:lt2>
      <a:accent1>
        <a:srgbClr val="006EC7"/>
      </a:accent1>
      <a:accent2>
        <a:srgbClr val="C8B600"/>
      </a:accent2>
      <a:accent3>
        <a:srgbClr val="887D75"/>
      </a:accent3>
      <a:accent4>
        <a:srgbClr val="005C9E"/>
      </a:accent4>
      <a:accent5>
        <a:srgbClr val="003D69"/>
      </a:accent5>
      <a:accent6>
        <a:srgbClr val="ACA49E"/>
      </a:accent6>
      <a:hlink>
        <a:srgbClr val="006EC7"/>
      </a:hlink>
      <a:folHlink>
        <a:srgbClr val="ACA49E"/>
      </a:folHlink>
    </a:clrScheme>
    <a:fontScheme name="adesso_fon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c_ppt_master_EN" id="{0A4251C0-792D-1E42-B64A-EA0C600FB8F5}" vid="{3D722FF3-2DC3-8443-8BEA-327422231EB3}"/>
    </a:ext>
  </a:extLst>
</a:theme>
</file>

<file path=ppt/theme/theme2.xml><?xml version="1.0" encoding="utf-8"?>
<a:theme xmlns:a="http://schemas.openxmlformats.org/drawingml/2006/main" name="Andechser Design">
  <a:themeElements>
    <a:clrScheme name="ADESSO Farben2016">
      <a:dk1>
        <a:sysClr val="windowText" lastClr="000000"/>
      </a:dk1>
      <a:lt1>
        <a:sysClr val="window" lastClr="FFFFFF"/>
      </a:lt1>
      <a:dk2>
        <a:srgbClr val="888279"/>
      </a:dk2>
      <a:lt2>
        <a:srgbClr val="B8B2AB"/>
      </a:lt2>
      <a:accent1>
        <a:srgbClr val="006EC7"/>
      </a:accent1>
      <a:accent2>
        <a:srgbClr val="774251"/>
      </a:accent2>
      <a:accent3>
        <a:srgbClr val="618792"/>
      </a:accent3>
      <a:accent4>
        <a:srgbClr val="857700"/>
      </a:accent4>
      <a:accent5>
        <a:srgbClr val="AF593E"/>
      </a:accent5>
      <a:accent6>
        <a:srgbClr val="663300"/>
      </a:accent6>
      <a:hlink>
        <a:srgbClr val="2D232E"/>
      </a:hlink>
      <a:folHlink>
        <a:srgbClr val="324611"/>
      </a:folHlink>
    </a:clrScheme>
    <a:fontScheme name="ADESSO Schriften2016">
      <a:majorFont>
        <a:latin typeface="Open Sans Condensed Light"/>
        <a:ea typeface=""/>
        <a:cs typeface=""/>
      </a:majorFont>
      <a:minorFont>
        <a:latin typeface="Open San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ndechser Design" id="{FE309227-1408-43BF-8A2E-527AFAF8FB0B}" vid="{AE72A34B-FD6E-4B29-88CA-986489111582}"/>
    </a:ext>
  </a:extLst>
</a:theme>
</file>

<file path=ppt/theme/theme3.xml><?xml version="1.0" encoding="utf-8"?>
<a:theme xmlns:a="http://schemas.openxmlformats.org/drawingml/2006/main" name="1_adesso Master">
  <a:themeElements>
    <a:clrScheme name="Grü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desso1">
      <a:majorFont>
        <a:latin typeface="Fira Sans Condensed"/>
        <a:ea typeface=""/>
        <a:cs typeface=""/>
      </a:majorFont>
      <a:minorFont>
        <a:latin typeface="Fir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</a:spPr>
      <a:bodyPr rtlCol="0" anchor="ctr"/>
      <a:lstStyle>
        <a:defPPr algn="l">
          <a:buClr>
            <a:schemeClr val="bg1"/>
          </a:buClr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/>
        </a:defPPr>
      </a:lstStyle>
    </a:txDef>
  </a:objectDefaults>
  <a:extraClrSchemeLst/>
  <a:custClrLst>
    <a:custClr name="adesso-grey">
      <a:srgbClr val="887D75"/>
    </a:custClr>
    <a:custClr name="adesso-grey 70%">
      <a:srgbClr val="ACA49E"/>
    </a:custClr>
    <a:custClr name="adesso-grey 40%">
      <a:srgbClr val="CFCBC8"/>
    </a:custClr>
    <a:custClr name="adesso-grey 20%">
      <a:srgbClr val="E7E5E3"/>
    </a:custClr>
    <a:custClr>
      <a:srgbClr val="FFFFFF"/>
    </a:custClr>
    <a:custClr>
      <a:srgbClr val="FFFFFF"/>
    </a:custClr>
    <a:custClr>
      <a:srgbClr val="FFFFFF"/>
    </a:custClr>
    <a:custClr name="Traffic light red">
      <a:srgbClr val="EE0000"/>
    </a:custClr>
    <a:custClr name="Traffic light yellow">
      <a:srgbClr val="FFC000"/>
    </a:custClr>
    <a:custClr name="Traffic light green">
      <a:srgbClr val="76C800"/>
    </a:custClr>
    <a:custClr name="Turkis">
      <a:srgbClr val="28DCAA"/>
    </a:custClr>
    <a:custClr name="Turkis 70%">
      <a:srgbClr val="69E7C4"/>
    </a:custClr>
    <a:custClr name="Türkis 40%">
      <a:srgbClr val="A9F1DD"/>
    </a:custClr>
    <a:custClr name="Türkis 20%">
      <a:srgbClr val="D4F8EE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Violet">
      <a:srgbClr val="461EBE"/>
    </a:custClr>
    <a:custClr name="Violet 70%">
      <a:srgbClr val="7D61D2"/>
    </a:custClr>
    <a:custClr name="Violet 40%">
      <a:srgbClr val="B5A5E5"/>
    </a:custClr>
    <a:custClr name="Violet 20%">
      <a:srgbClr val="DAD2F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ink">
      <a:srgbClr val="F566BA"/>
    </a:custClr>
    <a:custClr name="Pink 70%">
      <a:srgbClr val="F894CF"/>
    </a:custClr>
    <a:custClr name="Pink 40%">
      <a:srgbClr val="FBC2E3"/>
    </a:custClr>
    <a:custClr name="Pink 20%">
      <a:srgbClr val="FDE0F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Orange">
      <a:srgbClr val="FF9868"/>
    </a:custClr>
    <a:custClr name="Orange 70%">
      <a:srgbClr val="FFB795"/>
    </a:custClr>
    <a:custClr name="Orange 40%">
      <a:srgbClr val="FFD6C3"/>
    </a:custClr>
    <a:custClr name="Orange 20%">
      <a:srgbClr val="FFEAE1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äsentation3" id="{F9C75CAA-8F83-48BC-9A91-3310CA083F01}" vid="{661E190E-FF10-4413-9401-8BD2150BBF7F}"/>
    </a:ext>
  </a:extLst>
</a:theme>
</file>

<file path=ppt/theme/theme4.xml><?xml version="1.0" encoding="utf-8"?>
<a:theme xmlns:a="http://schemas.openxmlformats.org/drawingml/2006/main" name="Larissa">
  <a:themeElements>
    <a:clrScheme name="Quanto">
      <a:dk1>
        <a:sysClr val="windowText" lastClr="000000"/>
      </a:dk1>
      <a:lt1>
        <a:sysClr val="window" lastClr="FFFFFF"/>
      </a:lt1>
      <a:dk2>
        <a:srgbClr val="414141"/>
      </a:dk2>
      <a:lt2>
        <a:srgbClr val="40BFF0"/>
      </a:lt2>
      <a:accent1>
        <a:srgbClr val="40BFF0"/>
      </a:accent1>
      <a:accent2>
        <a:srgbClr val="EF7C00"/>
      </a:accent2>
      <a:accent3>
        <a:srgbClr val="941880"/>
      </a:accent3>
      <a:accent4>
        <a:srgbClr val="414141"/>
      </a:accent4>
      <a:accent5>
        <a:srgbClr val="A0A0A0"/>
      </a:accent5>
      <a:accent6>
        <a:srgbClr val="CBCBCB"/>
      </a:accent6>
      <a:hlink>
        <a:srgbClr val="000000"/>
      </a:hlink>
      <a:folHlink>
        <a:srgbClr val="000000"/>
      </a:folHlink>
    </a:clrScheme>
    <a:fontScheme name="Quant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">
  <a:themeElements>
    <a:clrScheme name="Quanto">
      <a:dk1>
        <a:sysClr val="windowText" lastClr="000000"/>
      </a:dk1>
      <a:lt1>
        <a:sysClr val="window" lastClr="FFFFFF"/>
      </a:lt1>
      <a:dk2>
        <a:srgbClr val="414141"/>
      </a:dk2>
      <a:lt2>
        <a:srgbClr val="40BFF0"/>
      </a:lt2>
      <a:accent1>
        <a:srgbClr val="40BFF0"/>
      </a:accent1>
      <a:accent2>
        <a:srgbClr val="EF7C00"/>
      </a:accent2>
      <a:accent3>
        <a:srgbClr val="941880"/>
      </a:accent3>
      <a:accent4>
        <a:srgbClr val="414141"/>
      </a:accent4>
      <a:accent5>
        <a:srgbClr val="A0A0A0"/>
      </a:accent5>
      <a:accent6>
        <a:srgbClr val="CBCBCB"/>
      </a:accent6>
      <a:hlink>
        <a:srgbClr val="000000"/>
      </a:hlink>
      <a:folHlink>
        <a:srgbClr val="000000"/>
      </a:folHlink>
    </a:clrScheme>
    <a:fontScheme name="Quant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fdbe18-cb1b-436c-9a14-380a40bbe9e2">
      <Terms xmlns="http://schemas.microsoft.com/office/infopath/2007/PartnerControls"/>
    </lcf76f155ced4ddcb4097134ff3c332f>
    <TaxCatchAll xmlns="356b7229-1e92-4b0f-a718-3eefb5e0433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A718F22774B24D8874A5408917B603" ma:contentTypeVersion="9" ma:contentTypeDescription="Create a new document." ma:contentTypeScope="" ma:versionID="b3d5374c174f8e4d99e3b3a470830d17">
  <xsd:schema xmlns:xsd="http://www.w3.org/2001/XMLSchema" xmlns:xs="http://www.w3.org/2001/XMLSchema" xmlns:p="http://schemas.microsoft.com/office/2006/metadata/properties" xmlns:ns2="37fdbe18-cb1b-436c-9a14-380a40bbe9e2" xmlns:ns3="356b7229-1e92-4b0f-a718-3eefb5e04337" targetNamespace="http://schemas.microsoft.com/office/2006/metadata/properties" ma:root="true" ma:fieldsID="fe4594238fef426ba270be5ca088924e" ns2:_="" ns3:_="">
    <xsd:import namespace="37fdbe18-cb1b-436c-9a14-380a40bbe9e2"/>
    <xsd:import namespace="356b7229-1e92-4b0f-a718-3eefb5e043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fdbe18-cb1b-436c-9a14-380a40bbe9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699f302-2c19-4e45-9402-59f24fbee0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b7229-1e92-4b0f-a718-3eefb5e0433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40fcb0e-4663-458f-bea2-48a8120d129e}" ma:internalName="TaxCatchAll" ma:showField="CatchAllData" ma:web="356b7229-1e92-4b0f-a718-3eefb5e043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02F407-0872-4D1F-AA66-8B66C3D87E38}">
  <ds:schemaRefs>
    <ds:schemaRef ds:uri="356b7229-1e92-4b0f-a718-3eefb5e04337"/>
    <ds:schemaRef ds:uri="37fdbe18-cb1b-436c-9a14-380a40bbe9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CAB18F3-2ACC-4187-89B8-917C9BF7C90D}">
  <ds:schemaRefs>
    <ds:schemaRef ds:uri="356b7229-1e92-4b0f-a718-3eefb5e04337"/>
    <ds:schemaRef ds:uri="37fdbe18-cb1b-436c-9a14-380a40bbe9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2A1DCB7-272B-4454-BC2B-07C37D5825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bc_ppt_master_EN</Template>
  <TotalTime>0</TotalTime>
  <Words>512</Words>
  <Application>Microsoft Office PowerPoint</Application>
  <PresentationFormat>Benutzerdefiniert</PresentationFormat>
  <Paragraphs>137</Paragraphs>
  <Slides>6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8" baseType="lpstr">
      <vt:lpstr>Arial</vt:lpstr>
      <vt:lpstr>Calibri</vt:lpstr>
      <vt:lpstr>Fira Sans</vt:lpstr>
      <vt:lpstr>Fira Sans Condensed</vt:lpstr>
      <vt:lpstr>Open Sans</vt:lpstr>
      <vt:lpstr>Open Sans Light</vt:lpstr>
      <vt:lpstr>Segoe UI</vt:lpstr>
      <vt:lpstr>Symbol</vt:lpstr>
      <vt:lpstr>adesso</vt:lpstr>
      <vt:lpstr>Andechser Design</vt:lpstr>
      <vt:lpstr>1_adesso Master</vt:lpstr>
      <vt:lpstr>think-cell Folie</vt:lpstr>
      <vt:lpstr>Player im Energiemarkt</vt:lpstr>
      <vt:lpstr>Solution Map für Marktrolle VNB</vt:lpstr>
      <vt:lpstr>Solution Map für Vertrieb &amp; Neo Utility</vt:lpstr>
      <vt:lpstr>Energy Sharing: Fachlicher Background</vt:lpstr>
      <vt:lpstr>Energy Sharing: Techn. &amp; vertragl. Ausgestaltung</vt:lpstr>
      <vt:lpstr>Wechsel MaLo in ein ruhendes Modell: Optionen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Hinweise.</dc:title>
  <dc:subject>Unteritel der Präsentation</dc:subject>
  <dc:creator>Richter, Robert</dc:creator>
  <cp:lastModifiedBy>Jens Brakhage</cp:lastModifiedBy>
  <cp:revision>25</cp:revision>
  <dcterms:created xsi:type="dcterms:W3CDTF">2022-09-16T08:45:25Z</dcterms:created>
  <dcterms:modified xsi:type="dcterms:W3CDTF">2026-10-13T09:27:52Z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0x010100D5A718F22774B24D8874A5408917B603</vt:lpwstr>
  </property>
  <property fmtid="{D5CDD505-2E9C-101B-9397-08002B2CF9AE}" pid="3" name="_ExtendedDescription">
    <vt:lpwstr/>
  </property>
  <property fmtid="{D5CDD505-2E9C-101B-9397-08002B2CF9AE}" pid="4" name="MediaServiceImageTags">
    <vt:lpwstr/>
  </property>
</Properties>
</file>