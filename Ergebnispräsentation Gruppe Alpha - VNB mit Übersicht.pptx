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  <p:sldMasterId id="2147483681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Fira Sans Condensed"/>
      <p:regular r:id="rId8"/>
      <p:bold r:id="rId9"/>
      <p:italic r:id="rId10"/>
      <p:boldItalic r:id="rId11"/>
    </p:embeddedFont>
    <p:embeddedFont>
      <p:font typeface="Fira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FiraSansCondensed-boldItalic.fntdata"/><Relationship Id="rId10" Type="http://schemas.openxmlformats.org/officeDocument/2006/relationships/font" Target="fonts/FiraSansCondensed-italic.fntdata"/><Relationship Id="rId13" Type="http://schemas.openxmlformats.org/officeDocument/2006/relationships/font" Target="fonts/FiraSans-bold.fntdata"/><Relationship Id="rId12" Type="http://schemas.openxmlformats.org/officeDocument/2006/relationships/font" Target="fonts/Fira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font" Target="fonts/FiraSansCondensed-bold.fntdata"/><Relationship Id="rId15" Type="http://schemas.openxmlformats.org/officeDocument/2006/relationships/font" Target="fonts/FiraSans-boldItalic.fntdata"/><Relationship Id="rId14" Type="http://schemas.openxmlformats.org/officeDocument/2006/relationships/font" Target="fonts/Fir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iraSansCondense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23ca06543d75b94b_3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h23ca06543d75b94b_3_158:notes"/>
          <p:cNvSpPr/>
          <p:nvPr>
            <p:ph idx="2" type="sldImg"/>
          </p:nvPr>
        </p:nvSpPr>
        <p:spPr>
          <a:xfrm>
            <a:off x="381794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HITE">
  <p:cSld name="Title Only WHIT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323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/Outro" showMasterSp="0">
  <p:cSld name="Intro/Outro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4497820" y="2637000"/>
            <a:ext cx="3196360" cy="12061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" showMasterSp="0">
  <p:cSld name="Title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98"/>
              <a:buFont typeface="Fira Sans Condensed"/>
              <a:buNone/>
              <a:defRPr sz="51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408000" y="6481981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/>
          <p:nvPr>
            <p:ph idx="3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BLUE" showMasterSp="0">
  <p:cSld name="Titleslide BLUE">
    <p:bg>
      <p:bgPr>
        <a:solidFill>
          <a:schemeClr val="dk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98"/>
              <a:buFont typeface="Fira Sans Condensed"/>
              <a:buNone/>
              <a:defRPr sz="519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>
            <a:off x="408000" y="6481981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5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GRADIENT" showMasterSp="0">
  <p:cSld name="Titleslide GRADI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98"/>
              <a:buFont typeface="Fira Sans Condensed"/>
              <a:buNone/>
              <a:defRPr sz="519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BRIGHT" showMasterSp="0">
  <p:cSld name="Titleslide Picture BRIGH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98"/>
              <a:buFont typeface="Fira Sans Condensed"/>
              <a:buNone/>
              <a:defRPr sz="51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5" type="body"/>
          </p:nvPr>
        </p:nvSpPr>
        <p:spPr>
          <a:xfrm>
            <a:off x="9945900" y="366900"/>
            <a:ext cx="1980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50" name="Google Shape;50;p7"/>
          <p:cNvSpPr txBox="1"/>
          <p:nvPr>
            <p:ph idx="6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51" name="Google Shape;51;p7"/>
          <p:cNvSpPr txBox="1"/>
          <p:nvPr>
            <p:ph idx="7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DARK" showMasterSp="0">
  <p:cSld name="Titleslide Picture DAR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0" y="3717002"/>
            <a:ext cx="12192000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98"/>
              <a:buFont typeface="Fira Sans Condensed"/>
              <a:buNone/>
              <a:defRPr sz="519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9"/>
              <a:buFont typeface="Arial"/>
              <a:buNone/>
              <a:defRPr b="0" sz="2399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5" type="body"/>
          </p:nvPr>
        </p:nvSpPr>
        <p:spPr>
          <a:xfrm>
            <a:off x="9945900" y="366900"/>
            <a:ext cx="1980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59" name="Google Shape;59;p8"/>
          <p:cNvSpPr txBox="1"/>
          <p:nvPr>
            <p:ph idx="6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60" name="Google Shape;60;p8"/>
          <p:cNvSpPr txBox="1"/>
          <p:nvPr>
            <p:ph idx="7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1055688" y="1773238"/>
            <a:ext cx="10728000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836" lvl="0" marL="457200" algn="l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SzPts val="1799"/>
              <a:buFont typeface="Fira Sans Condensed"/>
              <a:buAutoNum type="arabicPeriod"/>
              <a:defRPr b="1" sz="1799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Fira Sans Condensed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b="0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ernative">
  <p:cSld name="Agenda alternativ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1055855" y="177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1775934" y="177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3" type="body"/>
          </p:nvPr>
        </p:nvSpPr>
        <p:spPr>
          <a:xfrm>
            <a:off x="1055855" y="285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4" type="body"/>
          </p:nvPr>
        </p:nvSpPr>
        <p:spPr>
          <a:xfrm>
            <a:off x="1775934" y="285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5" type="body"/>
          </p:nvPr>
        </p:nvSpPr>
        <p:spPr>
          <a:xfrm>
            <a:off x="1056001" y="393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6" type="body"/>
          </p:nvPr>
        </p:nvSpPr>
        <p:spPr>
          <a:xfrm>
            <a:off x="1776080" y="393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7" type="body"/>
          </p:nvPr>
        </p:nvSpPr>
        <p:spPr>
          <a:xfrm>
            <a:off x="1056147" y="501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8" type="body"/>
          </p:nvPr>
        </p:nvSpPr>
        <p:spPr>
          <a:xfrm>
            <a:off x="1776226" y="501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9" type="body"/>
          </p:nvPr>
        </p:nvSpPr>
        <p:spPr>
          <a:xfrm>
            <a:off x="6455854" y="177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13" type="body"/>
          </p:nvPr>
        </p:nvSpPr>
        <p:spPr>
          <a:xfrm>
            <a:off x="7175934" y="177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14" type="body"/>
          </p:nvPr>
        </p:nvSpPr>
        <p:spPr>
          <a:xfrm>
            <a:off x="6456000" y="285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5" type="body"/>
          </p:nvPr>
        </p:nvSpPr>
        <p:spPr>
          <a:xfrm>
            <a:off x="7176080" y="285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6" type="body"/>
          </p:nvPr>
        </p:nvSpPr>
        <p:spPr>
          <a:xfrm>
            <a:off x="6456146" y="393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7" type="body"/>
          </p:nvPr>
        </p:nvSpPr>
        <p:spPr>
          <a:xfrm>
            <a:off x="7176226" y="393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8" type="body"/>
          </p:nvPr>
        </p:nvSpPr>
        <p:spPr>
          <a:xfrm>
            <a:off x="6456292" y="501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9"/>
              <a:buFont typeface="Fira Sans"/>
              <a:buNone/>
              <a:defRPr b="1" sz="3599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9" type="body"/>
          </p:nvPr>
        </p:nvSpPr>
        <p:spPr>
          <a:xfrm>
            <a:off x="7176372" y="501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99"/>
              <a:buNone/>
              <a:defRPr b="1" sz="1799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>
  <p:cSld name="Section Header WHIT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5736001" y="6309000"/>
            <a:ext cx="10800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147" lvl="0" marL="177747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0" y="0"/>
            <a:ext cx="1872000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" name="Google Shape;91;p11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98"/>
              <a:buFont typeface="Fira Sans Condensed"/>
              <a:buNone/>
              <a:defRPr sz="5198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1055688" y="3428912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99"/>
              <a:buNone/>
              <a:defRPr b="0" sz="4599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Font typeface="Fira Sans"/>
              <a:buNone/>
              <a:defRPr b="0" sz="4599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2" type="body"/>
          </p:nvPr>
        </p:nvSpPr>
        <p:spPr>
          <a:xfrm>
            <a:off x="10632001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97" name="Google Shape;97;p11"/>
          <p:cNvSpPr txBox="1"/>
          <p:nvPr>
            <p:ph idx="3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GRADIENT">
  <p:cSld name="Section Header GRADIE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98"/>
              <a:buFont typeface="Fira Sans Condensed"/>
              <a:buNone/>
              <a:defRPr sz="519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1055688" y="3429000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99"/>
              <a:buNone/>
              <a:defRPr b="0" sz="4599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Font typeface="Fira Sans"/>
              <a:buNone/>
              <a:defRPr b="0" sz="4599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3" name="Google Shape;103;p12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2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06" name="Google Shape;106;p12"/>
          <p:cNvSpPr txBox="1"/>
          <p:nvPr>
            <p:ph idx="3" type="body"/>
          </p:nvPr>
        </p:nvSpPr>
        <p:spPr>
          <a:xfrm>
            <a:off x="10632001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07" name="Google Shape;107;p12"/>
          <p:cNvSpPr txBox="1"/>
          <p:nvPr>
            <p:ph idx="4" type="body"/>
          </p:nvPr>
        </p:nvSpPr>
        <p:spPr>
          <a:xfrm>
            <a:off x="11323201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BRIGHT">
  <p:cSld name="Section Header Picture BRIGH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11" name="Google Shape;111;p13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98"/>
              <a:buFont typeface="Fira Sans Condensed"/>
              <a:buNone/>
              <a:defRPr sz="5198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body"/>
          </p:nvPr>
        </p:nvSpPr>
        <p:spPr>
          <a:xfrm>
            <a:off x="1055688" y="3428912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99"/>
              <a:buNone/>
              <a:defRPr b="0" sz="4599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Font typeface="Fira Sans"/>
              <a:buNone/>
              <a:defRPr b="0" sz="4599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4" name="Google Shape;114;p13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17" name="Google Shape;117;p13"/>
          <p:cNvSpPr txBox="1"/>
          <p:nvPr>
            <p:ph idx="5" type="body"/>
          </p:nvPr>
        </p:nvSpPr>
        <p:spPr>
          <a:xfrm>
            <a:off x="11323201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18" name="Google Shape;118;p13"/>
          <p:cNvSpPr txBox="1"/>
          <p:nvPr>
            <p:ph idx="6" type="body"/>
          </p:nvPr>
        </p:nvSpPr>
        <p:spPr>
          <a:xfrm>
            <a:off x="10632001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DARK">
  <p:cSld name="Section Header Picture DAR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0" y="3717002"/>
            <a:ext cx="12192000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98"/>
              <a:buFont typeface="Fira Sans Condensed"/>
              <a:buNone/>
              <a:defRPr sz="519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3" type="body"/>
          </p:nvPr>
        </p:nvSpPr>
        <p:spPr>
          <a:xfrm>
            <a:off x="1055688" y="3429000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99"/>
              <a:buNone/>
              <a:defRPr b="0" sz="4599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Font typeface="Fira Sans"/>
              <a:buNone/>
              <a:defRPr b="0" sz="4599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99"/>
              <a:buNone/>
              <a:defRPr b="0" sz="4599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5" name="Google Shape;125;p14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4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28" name="Google Shape;128;p14"/>
          <p:cNvSpPr txBox="1"/>
          <p:nvPr>
            <p:ph idx="5" type="body"/>
          </p:nvPr>
        </p:nvSpPr>
        <p:spPr>
          <a:xfrm>
            <a:off x="11323201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29" name="Google Shape;129;p14"/>
          <p:cNvSpPr txBox="1"/>
          <p:nvPr>
            <p:ph idx="6" type="body"/>
          </p:nvPr>
        </p:nvSpPr>
        <p:spPr>
          <a:xfrm>
            <a:off x="10632001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WHITE ">
  <p:cSld name="Section Header half Picture WHITE 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5736001" y="6309000"/>
            <a:ext cx="10800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147" lvl="0" marL="177747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2" name="Google Shape;132;p15"/>
          <p:cNvSpPr/>
          <p:nvPr>
            <p:ph idx="2" type="pic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34" name="Google Shape;134;p15"/>
          <p:cNvSpPr/>
          <p:nvPr/>
        </p:nvSpPr>
        <p:spPr>
          <a:xfrm>
            <a:off x="0" y="0"/>
            <a:ext cx="1872000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5" name="Google Shape;135;p15"/>
          <p:cNvSpPr txBox="1"/>
          <p:nvPr>
            <p:ph type="title"/>
          </p:nvPr>
        </p:nvSpPr>
        <p:spPr>
          <a:xfrm>
            <a:off x="407988" y="693000"/>
            <a:ext cx="57594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99"/>
              <a:buFont typeface="Fira Sans Condensed"/>
              <a:buNone/>
              <a:defRPr sz="4799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3" type="body"/>
          </p:nvPr>
        </p:nvSpPr>
        <p:spPr>
          <a:xfrm>
            <a:off x="407988" y="2564912"/>
            <a:ext cx="575945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99"/>
              <a:buNone/>
              <a:defRPr b="0" sz="4199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Font typeface="Fira Sans"/>
              <a:buNone/>
              <a:defRPr b="0" sz="4199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8" name="Google Shape;138;p15"/>
          <p:cNvSpPr txBox="1"/>
          <p:nvPr>
            <p:ph idx="11" type="ftr"/>
          </p:nvPr>
        </p:nvSpPr>
        <p:spPr>
          <a:xfrm>
            <a:off x="1055688" y="6453000"/>
            <a:ext cx="468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4" type="body"/>
          </p:nvPr>
        </p:nvSpPr>
        <p:spPr>
          <a:xfrm>
            <a:off x="113220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40" name="Google Shape;140;p15"/>
          <p:cNvSpPr txBox="1"/>
          <p:nvPr>
            <p:ph idx="10" type="dt"/>
          </p:nvPr>
        </p:nvSpPr>
        <p:spPr>
          <a:xfrm>
            <a:off x="6888000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1" name="Google Shape;141;p15"/>
          <p:cNvSpPr/>
          <p:nvPr/>
        </p:nvSpPr>
        <p:spPr>
          <a:xfrm>
            <a:off x="6154406" y="6475631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5"/>
          <p:cNvSpPr txBox="1"/>
          <p:nvPr>
            <p:ph idx="5" type="body"/>
          </p:nvPr>
        </p:nvSpPr>
        <p:spPr>
          <a:xfrm>
            <a:off x="4944000" y="4869000"/>
            <a:ext cx="122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43" name="Google Shape;143;p15"/>
          <p:cNvSpPr txBox="1"/>
          <p:nvPr>
            <p:ph idx="6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5">
          <p15:clr>
            <a:srgbClr val="F26B43"/>
          </p15:clr>
        </p15:guide>
        <p15:guide id="3" pos="4203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DARK">
  <p:cSld name="Section Header half Picture DAR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>
            <p:ph idx="2" type="pic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48" name="Google Shape;148;p16"/>
          <p:cNvSpPr txBox="1"/>
          <p:nvPr>
            <p:ph type="title"/>
          </p:nvPr>
        </p:nvSpPr>
        <p:spPr>
          <a:xfrm>
            <a:off x="407988" y="693000"/>
            <a:ext cx="57594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99"/>
              <a:buFont typeface="Fira Sans Condensed"/>
              <a:buNone/>
              <a:defRPr sz="4799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407989" y="2564912"/>
            <a:ext cx="5760751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99"/>
              <a:buNone/>
              <a:defRPr b="0" sz="4199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Font typeface="Fira Sans"/>
              <a:buNone/>
              <a:defRPr b="0" sz="4199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99"/>
              <a:buNone/>
              <a:defRPr b="0" sz="4199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1" name="Google Shape;151;p16"/>
          <p:cNvSpPr txBox="1"/>
          <p:nvPr>
            <p:ph idx="11" type="ftr"/>
          </p:nvPr>
        </p:nvSpPr>
        <p:spPr>
          <a:xfrm>
            <a:off x="1055688" y="6453000"/>
            <a:ext cx="468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4" type="body"/>
          </p:nvPr>
        </p:nvSpPr>
        <p:spPr>
          <a:xfrm>
            <a:off x="113220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53" name="Google Shape;153;p16"/>
          <p:cNvSpPr txBox="1"/>
          <p:nvPr>
            <p:ph idx="5" type="body"/>
          </p:nvPr>
        </p:nvSpPr>
        <p:spPr>
          <a:xfrm>
            <a:off x="4944000" y="4869000"/>
            <a:ext cx="122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54" name="Google Shape;154;p16"/>
          <p:cNvSpPr txBox="1"/>
          <p:nvPr>
            <p:ph idx="10" type="dt"/>
          </p:nvPr>
        </p:nvSpPr>
        <p:spPr>
          <a:xfrm>
            <a:off x="6888000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16"/>
          <p:cNvSpPr txBox="1"/>
          <p:nvPr>
            <p:ph idx="6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5">
          <p15:clr>
            <a:srgbClr val="F26B43"/>
          </p15:clr>
        </p15:guide>
        <p15:guide id="3" pos="4203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 WHITE">
  <p:cSld name="2_Title and Content WHIT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056000" y="1773001"/>
            <a:ext cx="10728013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1" name="Google Shape;161;p17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HITE">
  <p:cSld name="Title Only WHIT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5" name="Google Shape;175;p19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323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1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/Outro" showMasterSp="0">
  <p:cSld name="Intro/Outro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4497821" y="2637000"/>
            <a:ext cx="3196360" cy="12061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" showMasterSp="0">
  <p:cSld name="Titleslid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182" name="Google Shape;182;p21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83" name="Google Shape;183;p21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1"/>
          <p:cNvSpPr/>
          <p:nvPr/>
        </p:nvSpPr>
        <p:spPr>
          <a:xfrm>
            <a:off x="408000" y="6481980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1"/>
          <p:cNvSpPr txBox="1"/>
          <p:nvPr>
            <p:ph idx="3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7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BLUE" showMasterSp="0">
  <p:cSld name="Titleslide BLUE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90" name="Google Shape;190;p22"/>
          <p:cNvSpPr/>
          <p:nvPr/>
        </p:nvSpPr>
        <p:spPr>
          <a:xfrm>
            <a:off x="408000" y="6481980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2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2"/>
          <p:cNvSpPr txBox="1"/>
          <p:nvPr>
            <p:ph idx="3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7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GRADIENT" showMasterSp="0">
  <p:cSld name="Titleslide GRADIEN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2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98" name="Google Shape;198;p23"/>
          <p:cNvSpPr/>
          <p:nvPr/>
        </p:nvSpPr>
        <p:spPr>
          <a:xfrm>
            <a:off x="9945900" y="366900"/>
            <a:ext cx="1980000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3"/>
          <p:cNvSpPr txBox="1"/>
          <p:nvPr>
            <p:ph idx="3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200" name="Google Shape;200;p23"/>
          <p:cNvSpPr txBox="1"/>
          <p:nvPr>
            <p:ph idx="4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7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BRIGHT" showMasterSp="0">
  <p:cSld name="Titleslide Picture BRIGH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204" name="Google Shape;204;p24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4"/>
          <p:cNvSpPr txBox="1"/>
          <p:nvPr>
            <p:ph idx="3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4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5" type="body"/>
          </p:nvPr>
        </p:nvSpPr>
        <p:spPr>
          <a:xfrm>
            <a:off x="9945900" y="366900"/>
            <a:ext cx="1980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08" name="Google Shape;208;p24"/>
          <p:cNvSpPr txBox="1"/>
          <p:nvPr>
            <p:ph idx="6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09" name="Google Shape;209;p24"/>
          <p:cNvSpPr txBox="1"/>
          <p:nvPr>
            <p:ph idx="7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7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DARK" showMasterSp="0">
  <p:cSld name="Titleslide Picture DAR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0" y="3717001"/>
            <a:ext cx="12192000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768001" y="1269000"/>
            <a:ext cx="828075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5"/>
          <p:cNvSpPr txBox="1"/>
          <p:nvPr>
            <p:ph idx="3" type="subTitle"/>
          </p:nvPr>
        </p:nvSpPr>
        <p:spPr>
          <a:xfrm>
            <a:off x="768002" y="3213000"/>
            <a:ext cx="8280749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4" type="body"/>
          </p:nvPr>
        </p:nvSpPr>
        <p:spPr>
          <a:xfrm>
            <a:off x="768350" y="6381100"/>
            <a:ext cx="82804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16" name="Google Shape;216;p25"/>
          <p:cNvSpPr txBox="1"/>
          <p:nvPr>
            <p:ph idx="5" type="body"/>
          </p:nvPr>
        </p:nvSpPr>
        <p:spPr>
          <a:xfrm>
            <a:off x="9945900" y="366900"/>
            <a:ext cx="1980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17" name="Google Shape;217;p25"/>
          <p:cNvSpPr txBox="1"/>
          <p:nvPr>
            <p:ph idx="6" type="body"/>
          </p:nvPr>
        </p:nvSpPr>
        <p:spPr>
          <a:xfrm>
            <a:off x="10920000" y="5445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18" name="Google Shape;218;p25"/>
          <p:cNvSpPr txBox="1"/>
          <p:nvPr>
            <p:ph idx="7" type="body"/>
          </p:nvPr>
        </p:nvSpPr>
        <p:spPr>
          <a:xfrm>
            <a:off x="407988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7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6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2" name="Google Shape;222;p26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1055688" y="1773238"/>
            <a:ext cx="10728000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Fira Sans Condensed"/>
              <a:buAutoNum type="arabicPeriod"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Fira Sans Condensed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b="0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1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ernative">
  <p:cSld name="Agenda alternativ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8" name="Google Shape;228;p27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9" name="Google Shape;229;p27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055854" y="177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1" name="Google Shape;231;p27"/>
          <p:cNvSpPr txBox="1"/>
          <p:nvPr>
            <p:ph idx="2" type="body"/>
          </p:nvPr>
        </p:nvSpPr>
        <p:spPr>
          <a:xfrm>
            <a:off x="1775934" y="177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idx="3" type="body"/>
          </p:nvPr>
        </p:nvSpPr>
        <p:spPr>
          <a:xfrm>
            <a:off x="1055854" y="285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idx="4" type="body"/>
          </p:nvPr>
        </p:nvSpPr>
        <p:spPr>
          <a:xfrm>
            <a:off x="1775934" y="285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27"/>
          <p:cNvSpPr txBox="1"/>
          <p:nvPr>
            <p:ph idx="5" type="body"/>
          </p:nvPr>
        </p:nvSpPr>
        <p:spPr>
          <a:xfrm>
            <a:off x="1056000" y="393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5" name="Google Shape;235;p27"/>
          <p:cNvSpPr txBox="1"/>
          <p:nvPr>
            <p:ph idx="6" type="body"/>
          </p:nvPr>
        </p:nvSpPr>
        <p:spPr>
          <a:xfrm>
            <a:off x="1776080" y="393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7"/>
          <p:cNvSpPr txBox="1"/>
          <p:nvPr>
            <p:ph idx="7" type="body"/>
          </p:nvPr>
        </p:nvSpPr>
        <p:spPr>
          <a:xfrm>
            <a:off x="1056146" y="501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7" name="Google Shape;237;p27"/>
          <p:cNvSpPr txBox="1"/>
          <p:nvPr>
            <p:ph idx="8" type="body"/>
          </p:nvPr>
        </p:nvSpPr>
        <p:spPr>
          <a:xfrm>
            <a:off x="1776226" y="501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27"/>
          <p:cNvSpPr txBox="1"/>
          <p:nvPr>
            <p:ph idx="9" type="body"/>
          </p:nvPr>
        </p:nvSpPr>
        <p:spPr>
          <a:xfrm>
            <a:off x="6455854" y="177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9" name="Google Shape;239;p27"/>
          <p:cNvSpPr txBox="1"/>
          <p:nvPr>
            <p:ph idx="13" type="body"/>
          </p:nvPr>
        </p:nvSpPr>
        <p:spPr>
          <a:xfrm>
            <a:off x="7175934" y="177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27"/>
          <p:cNvSpPr txBox="1"/>
          <p:nvPr>
            <p:ph idx="14" type="body"/>
          </p:nvPr>
        </p:nvSpPr>
        <p:spPr>
          <a:xfrm>
            <a:off x="6456000" y="285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1" name="Google Shape;241;p27"/>
          <p:cNvSpPr txBox="1"/>
          <p:nvPr>
            <p:ph idx="15" type="body"/>
          </p:nvPr>
        </p:nvSpPr>
        <p:spPr>
          <a:xfrm>
            <a:off x="7176080" y="285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7"/>
          <p:cNvSpPr txBox="1"/>
          <p:nvPr>
            <p:ph idx="16" type="body"/>
          </p:nvPr>
        </p:nvSpPr>
        <p:spPr>
          <a:xfrm>
            <a:off x="6456146" y="393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3" name="Google Shape;243;p27"/>
          <p:cNvSpPr txBox="1"/>
          <p:nvPr>
            <p:ph idx="17" type="body"/>
          </p:nvPr>
        </p:nvSpPr>
        <p:spPr>
          <a:xfrm>
            <a:off x="7176226" y="393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7"/>
          <p:cNvSpPr txBox="1"/>
          <p:nvPr>
            <p:ph idx="18" type="body"/>
          </p:nvPr>
        </p:nvSpPr>
        <p:spPr>
          <a:xfrm>
            <a:off x="6456292" y="5013474"/>
            <a:ext cx="64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5" name="Google Shape;245;p27"/>
          <p:cNvSpPr txBox="1"/>
          <p:nvPr>
            <p:ph idx="19" type="body"/>
          </p:nvPr>
        </p:nvSpPr>
        <p:spPr>
          <a:xfrm>
            <a:off x="7176372" y="5013000"/>
            <a:ext cx="46080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1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  <p15:guide id="7" pos="4066">
          <p15:clr>
            <a:srgbClr val="F26B43"/>
          </p15:clr>
        </p15:guide>
        <p15:guide id="8" pos="4020">
          <p15:clr>
            <a:srgbClr val="F26B43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>
  <p:cSld name="Section Header WHIT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5736000" y="6309000"/>
            <a:ext cx="10800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0" y="0"/>
            <a:ext cx="1872000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1055688" y="3428912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None/>
              <a:defRPr b="0" sz="46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52" name="Google Shape;252;p28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3" name="Google Shape;253;p28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2" type="body"/>
          </p:nvPr>
        </p:nvSpPr>
        <p:spPr>
          <a:xfrm>
            <a:off x="10632000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55" name="Google Shape;255;p28"/>
          <p:cNvSpPr txBox="1"/>
          <p:nvPr>
            <p:ph idx="3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2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GRADIENT">
  <p:cSld name="Section Header GRADIEN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9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1055688" y="3429000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b="0" sz="4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1" name="Google Shape;261;p29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2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264" name="Google Shape;264;p29"/>
          <p:cNvSpPr txBox="1"/>
          <p:nvPr>
            <p:ph idx="3" type="body"/>
          </p:nvPr>
        </p:nvSpPr>
        <p:spPr>
          <a:xfrm>
            <a:off x="10632000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65" name="Google Shape;265;p29"/>
          <p:cNvSpPr txBox="1"/>
          <p:nvPr>
            <p:ph idx="4" type="body"/>
          </p:nvPr>
        </p:nvSpPr>
        <p:spPr>
          <a:xfrm>
            <a:off x="113232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2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BRIGHT">
  <p:cSld name="Section Header Picture BRIGH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269" name="Google Shape;269;p30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0"/>
          <p:cNvSpPr txBox="1"/>
          <p:nvPr>
            <p:ph idx="3" type="body"/>
          </p:nvPr>
        </p:nvSpPr>
        <p:spPr>
          <a:xfrm>
            <a:off x="1055688" y="3428912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None/>
              <a:defRPr b="0" sz="46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1" name="Google Shape;271;p30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2" name="Google Shape;272;p30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3" name="Google Shape;273;p30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" name="Google Shape;274;p30"/>
          <p:cNvSpPr txBox="1"/>
          <p:nvPr>
            <p:ph idx="4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275" name="Google Shape;275;p30"/>
          <p:cNvSpPr txBox="1"/>
          <p:nvPr>
            <p:ph idx="5" type="body"/>
          </p:nvPr>
        </p:nvSpPr>
        <p:spPr>
          <a:xfrm>
            <a:off x="113232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76" name="Google Shape;276;p30"/>
          <p:cNvSpPr txBox="1"/>
          <p:nvPr>
            <p:ph idx="6" type="body"/>
          </p:nvPr>
        </p:nvSpPr>
        <p:spPr>
          <a:xfrm>
            <a:off x="10632000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2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DARK">
  <p:cSld name="Section Header Picture DAR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79" name="Google Shape;279;p31"/>
          <p:cNvSpPr txBox="1"/>
          <p:nvPr>
            <p:ph idx="1" type="body"/>
          </p:nvPr>
        </p:nvSpPr>
        <p:spPr>
          <a:xfrm>
            <a:off x="0" y="3717001"/>
            <a:ext cx="12192000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80" name="Google Shape;280;p31"/>
          <p:cNvSpPr txBox="1"/>
          <p:nvPr>
            <p:ph type="title"/>
          </p:nvPr>
        </p:nvSpPr>
        <p:spPr>
          <a:xfrm>
            <a:off x="1055688" y="1268900"/>
            <a:ext cx="8856662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1"/>
          <p:cNvSpPr txBox="1"/>
          <p:nvPr>
            <p:ph idx="3" type="body"/>
          </p:nvPr>
        </p:nvSpPr>
        <p:spPr>
          <a:xfrm>
            <a:off x="1055688" y="3429000"/>
            <a:ext cx="88566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b="0" sz="4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1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83" name="Google Shape;283;p31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84" name="Google Shape;284;p31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4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286" name="Google Shape;286;p31"/>
          <p:cNvSpPr txBox="1"/>
          <p:nvPr>
            <p:ph idx="5" type="body"/>
          </p:nvPr>
        </p:nvSpPr>
        <p:spPr>
          <a:xfrm>
            <a:off x="113232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87" name="Google Shape;287;p31"/>
          <p:cNvSpPr txBox="1"/>
          <p:nvPr>
            <p:ph idx="6" type="body"/>
          </p:nvPr>
        </p:nvSpPr>
        <p:spPr>
          <a:xfrm>
            <a:off x="10632000" y="4761000"/>
            <a:ext cx="75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2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WHITE ">
  <p:cSld name="Section Header half Picture WHITE 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/>
          <p:nvPr/>
        </p:nvSpPr>
        <p:spPr>
          <a:xfrm>
            <a:off x="5736000" y="6309000"/>
            <a:ext cx="10800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0" name="Google Shape;290;p32"/>
          <p:cNvSpPr/>
          <p:nvPr>
            <p:ph idx="2" type="pic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1" name="Google Shape;291;p32"/>
          <p:cNvSpPr txBox="1"/>
          <p:nvPr>
            <p:ph idx="1" type="body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292" name="Google Shape;292;p32"/>
          <p:cNvSpPr/>
          <p:nvPr/>
        </p:nvSpPr>
        <p:spPr>
          <a:xfrm>
            <a:off x="0" y="0"/>
            <a:ext cx="1872000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3" name="Google Shape;293;p32"/>
          <p:cNvSpPr txBox="1"/>
          <p:nvPr>
            <p:ph type="title"/>
          </p:nvPr>
        </p:nvSpPr>
        <p:spPr>
          <a:xfrm>
            <a:off x="407988" y="693000"/>
            <a:ext cx="57594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Condensed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2"/>
          <p:cNvSpPr txBox="1"/>
          <p:nvPr>
            <p:ph idx="3" type="body"/>
          </p:nvPr>
        </p:nvSpPr>
        <p:spPr>
          <a:xfrm>
            <a:off x="407988" y="2564912"/>
            <a:ext cx="575945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b="0" sz="42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Fira Sans"/>
              <a:buNone/>
              <a:defRPr b="0" sz="42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5" name="Google Shape;295;p32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6" name="Google Shape;296;p32"/>
          <p:cNvSpPr txBox="1"/>
          <p:nvPr>
            <p:ph idx="11" type="ftr"/>
          </p:nvPr>
        </p:nvSpPr>
        <p:spPr>
          <a:xfrm>
            <a:off x="1055687" y="6453000"/>
            <a:ext cx="468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>
            <p:ph idx="4" type="body"/>
          </p:nvPr>
        </p:nvSpPr>
        <p:spPr>
          <a:xfrm>
            <a:off x="113220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298" name="Google Shape;298;p32"/>
          <p:cNvSpPr txBox="1"/>
          <p:nvPr>
            <p:ph idx="10" type="dt"/>
          </p:nvPr>
        </p:nvSpPr>
        <p:spPr>
          <a:xfrm>
            <a:off x="6888000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9" name="Google Shape;299;p32"/>
          <p:cNvSpPr/>
          <p:nvPr/>
        </p:nvSpPr>
        <p:spPr>
          <a:xfrm>
            <a:off x="6154406" y="6475630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32"/>
          <p:cNvSpPr txBox="1"/>
          <p:nvPr>
            <p:ph idx="5" type="body"/>
          </p:nvPr>
        </p:nvSpPr>
        <p:spPr>
          <a:xfrm>
            <a:off x="4944000" y="4869000"/>
            <a:ext cx="122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301" name="Google Shape;301;p32"/>
          <p:cNvSpPr txBox="1"/>
          <p:nvPr>
            <p:ph idx="6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4">
          <p15:clr>
            <a:srgbClr val="F26B43"/>
          </p15:clr>
        </p15:guide>
        <p15:guide id="3" pos="4202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DARK">
  <p:cSld name="Section Header half Picture DARK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3"/>
          <p:cNvSpPr/>
          <p:nvPr>
            <p:ph idx="2" type="pic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5" name="Google Shape;305;p33"/>
          <p:cNvSpPr txBox="1"/>
          <p:nvPr>
            <p:ph idx="1" type="body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306" name="Google Shape;306;p33"/>
          <p:cNvSpPr txBox="1"/>
          <p:nvPr>
            <p:ph type="title"/>
          </p:nvPr>
        </p:nvSpPr>
        <p:spPr>
          <a:xfrm>
            <a:off x="407988" y="693000"/>
            <a:ext cx="57594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Condensed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3" type="body"/>
          </p:nvPr>
        </p:nvSpPr>
        <p:spPr>
          <a:xfrm>
            <a:off x="407989" y="2564912"/>
            <a:ext cx="5760751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0" sz="4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Fira Sans"/>
              <a:buNone/>
              <a:defRPr b="0" sz="4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3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9" name="Google Shape;309;p33"/>
          <p:cNvSpPr txBox="1"/>
          <p:nvPr>
            <p:ph idx="11" type="ftr"/>
          </p:nvPr>
        </p:nvSpPr>
        <p:spPr>
          <a:xfrm>
            <a:off x="1055687" y="6453000"/>
            <a:ext cx="468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10" name="Google Shape;310;p33"/>
          <p:cNvSpPr txBox="1"/>
          <p:nvPr>
            <p:ph idx="4" type="body"/>
          </p:nvPr>
        </p:nvSpPr>
        <p:spPr>
          <a:xfrm>
            <a:off x="11322000" y="6414338"/>
            <a:ext cx="53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311" name="Google Shape;311;p33"/>
          <p:cNvSpPr txBox="1"/>
          <p:nvPr>
            <p:ph idx="5" type="body"/>
          </p:nvPr>
        </p:nvSpPr>
        <p:spPr>
          <a:xfrm>
            <a:off x="4944000" y="4869000"/>
            <a:ext cx="122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312" name="Google Shape;312;p33"/>
          <p:cNvSpPr txBox="1"/>
          <p:nvPr>
            <p:ph idx="10" type="dt"/>
          </p:nvPr>
        </p:nvSpPr>
        <p:spPr>
          <a:xfrm>
            <a:off x="6888000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13" name="Google Shape;313;p33"/>
          <p:cNvSpPr txBox="1"/>
          <p:nvPr>
            <p:ph idx="6" type="body"/>
          </p:nvPr>
        </p:nvSpPr>
        <p:spPr>
          <a:xfrm>
            <a:off x="6156000" y="6481979"/>
            <a:ext cx="215900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4">
          <p15:clr>
            <a:srgbClr val="F26B43"/>
          </p15:clr>
        </p15:guide>
        <p15:guide id="3" pos="4202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 WHITE">
  <p:cSld name="2_Title and Content WHIT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9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4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4"/>
          <p:cNvSpPr txBox="1"/>
          <p:nvPr>
            <p:ph idx="1" type="body"/>
          </p:nvPr>
        </p:nvSpPr>
        <p:spPr>
          <a:xfrm>
            <a:off x="1055999" y="1773000"/>
            <a:ext cx="10728013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18" name="Google Shape;318;p34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9" name="Google Shape;319;p34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Fira Sans Condensed"/>
              <a:buNone/>
              <a:defRPr b="1" i="0" sz="3399" u="none" cap="none" strike="noStrike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492124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407989" y="613859"/>
            <a:ext cx="432000" cy="197485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1"/>
          <p:cNvSpPr/>
          <p:nvPr/>
        </p:nvSpPr>
        <p:spPr>
          <a:xfrm>
            <a:off x="6154406" y="6475631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408000" y="6453000"/>
            <a:ext cx="5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056000" y="1773001"/>
            <a:ext cx="10728013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None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2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descr="Ein Bild, das Text, Schrift, Grafiken, Screenshot enthält.&#10;&#10;KI-generierte Inhalte können fehlerhaft sein.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03200" y="6415200"/>
            <a:ext cx="648000" cy="2088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 b="1" i="0" sz="3400" u="none" cap="none" strike="noStrike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6" name="Google Shape;166;p18"/>
          <p:cNvSpPr txBox="1"/>
          <p:nvPr>
            <p:ph idx="10" type="dt"/>
          </p:nvPr>
        </p:nvSpPr>
        <p:spPr>
          <a:xfrm>
            <a:off x="6492123" y="6453000"/>
            <a:ext cx="72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7" name="Google Shape;167;p18"/>
          <p:cNvSpPr/>
          <p:nvPr/>
        </p:nvSpPr>
        <p:spPr>
          <a:xfrm>
            <a:off x="407988" y="613858"/>
            <a:ext cx="432000" cy="197485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8"/>
          <p:cNvSpPr/>
          <p:nvPr/>
        </p:nvSpPr>
        <p:spPr>
          <a:xfrm>
            <a:off x="6154406" y="6475630"/>
            <a:ext cx="216000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8"/>
          <p:cNvSpPr txBox="1"/>
          <p:nvPr>
            <p:ph idx="12" type="sldNum"/>
          </p:nvPr>
        </p:nvSpPr>
        <p:spPr>
          <a:xfrm>
            <a:off x="408000" y="6453000"/>
            <a:ext cx="5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055999" y="1773000"/>
            <a:ext cx="10728013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None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2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descr="Ein Bild, das Text, Schrift, Grafiken, Screenshot enthält.&#10;&#10;KI-generierte Inhalte können fehlerhaft sein." id="171" name="Google Shape;171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03200" y="6415200"/>
            <a:ext cx="648000" cy="2087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type="title"/>
          </p:nvPr>
        </p:nvSpPr>
        <p:spPr>
          <a:xfrm>
            <a:off x="1055687" y="512676"/>
            <a:ext cx="107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99"/>
              <a:buFont typeface="Fira Sans Condensed"/>
              <a:buNone/>
            </a:pPr>
            <a:r>
              <a:rPr lang="de-DE" sz="3599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Ergebnispräsentation Gruppe Alpha - VNB</a:t>
            </a:r>
            <a:br>
              <a:rPr lang="de-D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</a:br>
            <a:endParaRPr>
              <a:solidFill>
                <a:schemeClr val="accent6"/>
              </a:solidFill>
            </a:endParaRPr>
          </a:p>
        </p:txBody>
      </p:sp>
      <p:sp>
        <p:nvSpPr>
          <p:cNvPr id="326" name="Google Shape;326;p35"/>
          <p:cNvSpPr txBox="1"/>
          <p:nvPr>
            <p:ph idx="12" type="sldNum"/>
          </p:nvPr>
        </p:nvSpPr>
        <p:spPr>
          <a:xfrm>
            <a:off x="408000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35"/>
          <p:cNvSpPr txBox="1"/>
          <p:nvPr>
            <p:ph idx="11" type="ftr"/>
          </p:nvPr>
        </p:nvSpPr>
        <p:spPr>
          <a:xfrm>
            <a:off x="1055687" y="6453000"/>
            <a:ext cx="496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Produktmanagement | adesso business consulting</a:t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6654329" y="1647837"/>
            <a:ext cx="3607462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Benett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929322" y="1647837"/>
            <a:ext cx="3223034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Architektur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4310065" y="1647837"/>
            <a:ext cx="2186555" cy="657774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 Minuten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6654329" y="2634170"/>
            <a:ext cx="3607462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Ef</a:t>
            </a:r>
            <a:r>
              <a:rPr lang="de-DE" sz="1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und S</a:t>
            </a:r>
            <a:r>
              <a:rPr lang="de-DE" sz="1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nha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929322" y="2634170"/>
            <a:ext cx="3223034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App: Konstruktanmeldung und Datenprüfung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4310065" y="2634170"/>
            <a:ext cx="2186555" cy="657774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 Minuten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6654329" y="3630893"/>
            <a:ext cx="3607462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Benett und Long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929322" y="3630893"/>
            <a:ext cx="3223034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App: Konstrukt-Übersicht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4310065" y="3630893"/>
            <a:ext cx="2186555" cy="657774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 Minuten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6654329" y="4617226"/>
            <a:ext cx="3607462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Arta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929322" y="4617226"/>
            <a:ext cx="3223034" cy="65777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App: Umstellung auf ruhende Malo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4310065" y="4617226"/>
            <a:ext cx="2186555" cy="657774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 Minuten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36"/>
          <p:cNvCxnSpPr>
            <a:stCxn id="345" idx="0"/>
            <a:endCxn id="346" idx="2"/>
          </p:cNvCxnSpPr>
          <p:nvPr/>
        </p:nvCxnSpPr>
        <p:spPr>
          <a:xfrm flipH="1" rot="5400000">
            <a:off x="5149100" y="581359"/>
            <a:ext cx="609900" cy="40515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6"/>
          <p:cNvCxnSpPr>
            <a:stCxn id="348" idx="0"/>
            <a:endCxn id="346" idx="3"/>
          </p:cNvCxnSpPr>
          <p:nvPr/>
        </p:nvCxnSpPr>
        <p:spPr>
          <a:xfrm flipH="1" rot="5400000">
            <a:off x="4137117" y="1807764"/>
            <a:ext cx="1122600" cy="11055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49" name="Google Shape;349;p36"/>
          <p:cNvCxnSpPr>
            <a:endCxn id="345" idx="2"/>
          </p:cNvCxnSpPr>
          <p:nvPr/>
        </p:nvCxnSpPr>
        <p:spPr>
          <a:xfrm>
            <a:off x="856700" y="3509959"/>
            <a:ext cx="6623100" cy="408000"/>
          </a:xfrm>
          <a:prstGeom prst="bentConnector4">
            <a:avLst>
              <a:gd fmla="val 590" name="adj1"/>
              <a:gd fmla="val 623601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36"/>
          <p:cNvSpPr txBox="1"/>
          <p:nvPr>
            <p:ph type="title"/>
          </p:nvPr>
        </p:nvSpPr>
        <p:spPr>
          <a:xfrm>
            <a:off x="1055687" y="512676"/>
            <a:ext cx="10727906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Fira Sans Condensed"/>
              <a:buNone/>
            </a:pPr>
            <a:r>
              <a:rPr lang="de-DE" sz="3600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Solution Map für Marktrolle VNB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1" name="Google Shape;351;p36"/>
          <p:cNvSpPr txBox="1"/>
          <p:nvPr>
            <p:ph idx="12" type="sldNum"/>
          </p:nvPr>
        </p:nvSpPr>
        <p:spPr>
          <a:xfrm>
            <a:off x="408000" y="6453000"/>
            <a:ext cx="359906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2" name="Google Shape;352;p36"/>
          <p:cNvSpPr txBox="1"/>
          <p:nvPr>
            <p:ph idx="11" type="ftr"/>
          </p:nvPr>
        </p:nvSpPr>
        <p:spPr>
          <a:xfrm>
            <a:off x="1055687" y="6453000"/>
            <a:ext cx="4967906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</a:rPr>
              <a:t>Produktmanagement | adesso business consulting</a:t>
            </a:r>
            <a:endParaRPr/>
          </a:p>
        </p:txBody>
      </p:sp>
      <p:sp>
        <p:nvSpPr>
          <p:cNvPr id="353" name="Google Shape;353;p36"/>
          <p:cNvSpPr txBox="1"/>
          <p:nvPr>
            <p:ph idx="10" type="dt"/>
          </p:nvPr>
        </p:nvSpPr>
        <p:spPr>
          <a:xfrm>
            <a:off x="6492123" y="6453000"/>
            <a:ext cx="720112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10668865" y="2095605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Nebenbuch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Hauptbuch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ZV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55" name="Google Shape;355;p36"/>
          <p:cNvCxnSpPr>
            <a:stCxn id="356" idx="3"/>
            <a:endCxn id="354" idx="0"/>
          </p:cNvCxnSpPr>
          <p:nvPr/>
        </p:nvCxnSpPr>
        <p:spPr>
          <a:xfrm>
            <a:off x="10287424" y="1818606"/>
            <a:ext cx="1098900" cy="2769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57" name="Google Shape;357;p36"/>
          <p:cNvCxnSpPr>
            <a:stCxn id="358" idx="3"/>
            <a:endCxn id="354" idx="2"/>
          </p:cNvCxnSpPr>
          <p:nvPr/>
        </p:nvCxnSpPr>
        <p:spPr>
          <a:xfrm flipH="1" rot="10800000">
            <a:off x="10355898" y="3101376"/>
            <a:ext cx="1030500" cy="3051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59" name="Google Shape;359;p36"/>
          <p:cNvSpPr/>
          <p:nvPr/>
        </p:nvSpPr>
        <p:spPr>
          <a:xfrm>
            <a:off x="10067574" y="6375321"/>
            <a:ext cx="1031731" cy="313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2710659" y="1296408"/>
            <a:ext cx="1435126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Übersicht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146417" y="2926080"/>
            <a:ext cx="1435126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Anmeldung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2708779" y="2926080"/>
            <a:ext cx="1435126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Prüfung 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Teilnehmerliste, Einspeiser, iMSys, Abmeldeanfrage</a:t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2717694" y="4811976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Korrektur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4533603" y="2921814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Aufbau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vSZ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63" name="Google Shape;363;p36"/>
          <p:cNvCxnSpPr>
            <a:stCxn id="361" idx="3"/>
            <a:endCxn id="348" idx="1"/>
          </p:cNvCxnSpPr>
          <p:nvPr/>
        </p:nvCxnSpPr>
        <p:spPr>
          <a:xfrm flipH="1" rot="10800000">
            <a:off x="4143905" y="3424830"/>
            <a:ext cx="389700" cy="4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64" name="Google Shape;364;p36"/>
          <p:cNvSpPr/>
          <p:nvPr/>
        </p:nvSpPr>
        <p:spPr>
          <a:xfrm>
            <a:off x="6803621" y="1316736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Einzug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Reststrom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Lieferant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UTILMD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8920772" y="2903526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Schluss-rechnung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65" name="Google Shape;365;p36"/>
          <p:cNvCxnSpPr>
            <a:stCxn id="364" idx="3"/>
            <a:endCxn id="356" idx="1"/>
          </p:cNvCxnSpPr>
          <p:nvPr/>
        </p:nvCxnSpPr>
        <p:spPr>
          <a:xfrm flipH="1" rot="10800000">
            <a:off x="8238747" y="1818486"/>
            <a:ext cx="6135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6" name="Google Shape;366;p36"/>
          <p:cNvCxnSpPr>
            <a:stCxn id="345" idx="3"/>
            <a:endCxn id="358" idx="1"/>
          </p:cNvCxnSpPr>
          <p:nvPr/>
        </p:nvCxnSpPr>
        <p:spPr>
          <a:xfrm flipH="1" rot="10800000">
            <a:off x="8197363" y="3406609"/>
            <a:ext cx="723300" cy="8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67" name="Google Shape;367;p36"/>
          <p:cNvSpPr/>
          <p:nvPr/>
        </p:nvSpPr>
        <p:spPr>
          <a:xfrm>
            <a:off x="3955668" y="1067616"/>
            <a:ext cx="7662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8002873" y="4864938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Anpassung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EDM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69" name="Google Shape;369;p36"/>
          <p:cNvCxnSpPr>
            <a:stCxn id="348" idx="3"/>
            <a:endCxn id="364" idx="1"/>
          </p:cNvCxnSpPr>
          <p:nvPr/>
        </p:nvCxnSpPr>
        <p:spPr>
          <a:xfrm flipH="1" rot="10800000">
            <a:off x="5968730" y="1819764"/>
            <a:ext cx="834900" cy="16050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0" name="Google Shape;370;p36"/>
          <p:cNvCxnSpPr>
            <a:stCxn id="348" idx="3"/>
            <a:endCxn id="345" idx="1"/>
          </p:cNvCxnSpPr>
          <p:nvPr/>
        </p:nvCxnSpPr>
        <p:spPr>
          <a:xfrm flipH="1" rot="10800000">
            <a:off x="5968730" y="3414864"/>
            <a:ext cx="793500" cy="9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56" name="Google Shape;356;p36"/>
          <p:cNvSpPr/>
          <p:nvPr/>
        </p:nvSpPr>
        <p:spPr>
          <a:xfrm>
            <a:off x="8852298" y="1315656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Abrechnung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10067585" y="4862847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Messwert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Prozesse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MSCONS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88000" y="3653370"/>
            <a:ext cx="7662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73" name="Google Shape;373;p36"/>
          <p:cNvCxnSpPr>
            <a:stCxn id="368" idx="3"/>
            <a:endCxn id="371" idx="1"/>
          </p:cNvCxnSpPr>
          <p:nvPr/>
        </p:nvCxnSpPr>
        <p:spPr>
          <a:xfrm flipH="1" rot="10800000">
            <a:off x="9438000" y="5365788"/>
            <a:ext cx="629700" cy="21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4" name="Google Shape;374;p36"/>
          <p:cNvCxnSpPr>
            <a:stCxn id="361" idx="2"/>
            <a:endCxn id="362" idx="0"/>
          </p:cNvCxnSpPr>
          <p:nvPr/>
        </p:nvCxnSpPr>
        <p:spPr>
          <a:xfrm>
            <a:off x="3426342" y="3931980"/>
            <a:ext cx="9000" cy="879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75" name="Google Shape;375;p36"/>
          <p:cNvSpPr/>
          <p:nvPr/>
        </p:nvSpPr>
        <p:spPr>
          <a:xfrm>
            <a:off x="4660892" y="3770907"/>
            <a:ext cx="1435126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 cap="flat" cmpd="sng" w="12700">
            <a:solidFill>
              <a:srgbClr val="0C0C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Übergabe-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zähler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2560791" y="3653374"/>
            <a:ext cx="7662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1457445" y="2758275"/>
            <a:ext cx="1367944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Registrierungsdaten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78" name="Google Shape;378;p36"/>
          <p:cNvCxnSpPr/>
          <p:nvPr/>
        </p:nvCxnSpPr>
        <p:spPr>
          <a:xfrm>
            <a:off x="1591561" y="3166050"/>
            <a:ext cx="111331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6"/>
          <p:cNvCxnSpPr/>
          <p:nvPr/>
        </p:nvCxnSpPr>
        <p:spPr>
          <a:xfrm rot="10800000">
            <a:off x="1584671" y="3653380"/>
            <a:ext cx="1127106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36"/>
          <p:cNvSpPr txBox="1"/>
          <p:nvPr/>
        </p:nvSpPr>
        <p:spPr>
          <a:xfrm>
            <a:off x="1533576" y="3770900"/>
            <a:ext cx="1127106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Verifizierungs Antwort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81" name="Google Shape;381;p36"/>
          <p:cNvCxnSpPr>
            <a:stCxn id="360" idx="0"/>
            <a:endCxn id="346" idx="1"/>
          </p:cNvCxnSpPr>
          <p:nvPr/>
        </p:nvCxnSpPr>
        <p:spPr>
          <a:xfrm rot="-5400000">
            <a:off x="1223981" y="1439280"/>
            <a:ext cx="1126800" cy="1846800"/>
          </a:xfrm>
          <a:prstGeom prst="bent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36"/>
          <p:cNvSpPr txBox="1"/>
          <p:nvPr/>
        </p:nvSpPr>
        <p:spPr>
          <a:xfrm>
            <a:off x="876572" y="1490475"/>
            <a:ext cx="1821426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Verifizierte 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5" name="Google Shape;345;p36"/>
          <p:cNvSpPr/>
          <p:nvPr/>
        </p:nvSpPr>
        <p:spPr>
          <a:xfrm>
            <a:off x="6762237" y="2912059"/>
            <a:ext cx="1435126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Umstellung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 ruhende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MaLo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Inkl. MEMA/MAMA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83" name="Google Shape;383;p36"/>
          <p:cNvCxnSpPr>
            <a:stCxn id="375" idx="2"/>
            <a:endCxn id="368" idx="1"/>
          </p:cNvCxnSpPr>
          <p:nvPr/>
        </p:nvCxnSpPr>
        <p:spPr>
          <a:xfrm flipH="1" rot="-5400000">
            <a:off x="6395155" y="3760107"/>
            <a:ext cx="591000" cy="262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4" name="Google Shape;384;p36"/>
          <p:cNvSpPr/>
          <p:nvPr/>
        </p:nvSpPr>
        <p:spPr>
          <a:xfrm>
            <a:off x="5062014" y="4811976"/>
            <a:ext cx="766276" cy="858438"/>
          </a:xfrm>
          <a:prstGeom prst="irregularSeal1">
            <a:avLst/>
          </a:prstGeom>
          <a:solidFill>
            <a:srgbClr val="887D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MCM?</a:t>
            </a:r>
            <a:endParaRPr b="0" i="0" sz="9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3604561" y="5996988"/>
            <a:ext cx="2491451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Verifizierte 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3775092" y="2315213"/>
            <a:ext cx="1846619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Umstellungsstatus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7841634" y="3498444"/>
            <a:ext cx="7662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adesso Master">
  <a:themeElements>
    <a:clrScheme name="Grü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adesso Master">
  <a:themeElements>
    <a:clrScheme name="Grü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